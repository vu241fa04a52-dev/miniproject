
<file path=[Content_Types].xml><?xml version="1.0" encoding="utf-8"?>
<Types xmlns="http://schemas.openxmlformats.org/package/2006/content-types">
  <Default Extension="jpeg" ContentType="image/jpeg"/>
  <Default Extension="jp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75" r:id="rId3"/>
    <p:sldId id="271" r:id="rId4"/>
    <p:sldId id="259" r:id="rId5"/>
    <p:sldId id="261" r:id="rId6"/>
    <p:sldId id="262" r:id="rId7"/>
    <p:sldId id="293" r:id="rId8"/>
    <p:sldId id="279" r:id="rId9"/>
    <p:sldId id="29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17C1C1-0899-4FA6-9C41-0C4FF2F69AAC}" v="375" dt="2026-02-02T17:07:29.3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48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39034B-1969-4467-9FCF-788065CFE99E}" type="datetimeFigureOut">
              <a:rPr lang="en-IN" smtClean="0"/>
              <a:t>19-02-2026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51FED9-0A44-48A2-A2C1-E83DE6E8DCEF}" type="slidenum">
              <a:rPr lang="en-IN" smtClean="0"/>
              <a:t>‹#›</a:t>
            </a:fld>
            <a:endParaRPr lang="en-IN"/>
          </a:p>
        </p:txBody>
      </p:sp>
    </p:spTree>
    <p:extLst>
      <p:ext uri="{BB962C8B-B14F-4D97-AF65-F5344CB8AC3E}">
        <p14:creationId xmlns:p14="http://schemas.microsoft.com/office/powerpoint/2010/main" val="3448330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351FED9-0A44-48A2-A2C1-E83DE6E8DCEF}" type="slidenum">
              <a:rPr lang="en-IN" smtClean="0"/>
              <a:t>1</a:t>
            </a:fld>
            <a:endParaRPr lang="en-IN"/>
          </a:p>
        </p:txBody>
      </p:sp>
    </p:spTree>
    <p:extLst>
      <p:ext uri="{BB962C8B-B14F-4D97-AF65-F5344CB8AC3E}">
        <p14:creationId xmlns:p14="http://schemas.microsoft.com/office/powerpoint/2010/main" val="2986357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B9E24-2EEB-9A7C-6A09-38080C105B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716B290-0933-6773-70D1-74CCEE82D9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66F7D58-B17F-C058-1D73-EFF61E1F0B45}"/>
              </a:ext>
            </a:extLst>
          </p:cNvPr>
          <p:cNvSpPr>
            <a:spLocks noGrp="1"/>
          </p:cNvSpPr>
          <p:nvPr>
            <p:ph type="dt" sz="half" idx="10"/>
          </p:nvPr>
        </p:nvSpPr>
        <p:spPr/>
        <p:txBody>
          <a:bodyPr/>
          <a:lstStyle/>
          <a:p>
            <a:fld id="{817EE713-CCEF-4188-90B1-26C48DA2FDFF}" type="datetimeFigureOut">
              <a:rPr lang="en-IN" smtClean="0"/>
              <a:t>19-02-2026</a:t>
            </a:fld>
            <a:endParaRPr lang="en-IN"/>
          </a:p>
        </p:txBody>
      </p:sp>
      <p:sp>
        <p:nvSpPr>
          <p:cNvPr id="5" name="Footer Placeholder 4">
            <a:extLst>
              <a:ext uri="{FF2B5EF4-FFF2-40B4-BE49-F238E27FC236}">
                <a16:creationId xmlns:a16="http://schemas.microsoft.com/office/drawing/2014/main" id="{E3906DC9-BCA3-8794-BEF6-0F8D00B17C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796ED1-2FE5-1CCE-99C6-A36344FB1ED4}"/>
              </a:ext>
            </a:extLst>
          </p:cNvPr>
          <p:cNvSpPr>
            <a:spLocks noGrp="1"/>
          </p:cNvSpPr>
          <p:nvPr>
            <p:ph type="sldNum" sz="quarter" idx="12"/>
          </p:nvPr>
        </p:nvSpPr>
        <p:spPr/>
        <p:txBody>
          <a:bodyPr/>
          <a:lstStyle/>
          <a:p>
            <a:fld id="{D000028F-19F4-4C24-BC71-787A8F7E09F8}" type="slidenum">
              <a:rPr lang="en-IN" smtClean="0"/>
              <a:t>‹#›</a:t>
            </a:fld>
            <a:endParaRPr lang="en-IN"/>
          </a:p>
        </p:txBody>
      </p:sp>
    </p:spTree>
    <p:extLst>
      <p:ext uri="{BB962C8B-B14F-4D97-AF65-F5344CB8AC3E}">
        <p14:creationId xmlns:p14="http://schemas.microsoft.com/office/powerpoint/2010/main" val="2568010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80271-B88A-8AF4-7E46-0C10D6965D3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DE58B8E-BABC-91D2-4AA4-53E5E7AC24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4572E1-D478-4103-3BE8-3744FDE1813D}"/>
              </a:ext>
            </a:extLst>
          </p:cNvPr>
          <p:cNvSpPr>
            <a:spLocks noGrp="1"/>
          </p:cNvSpPr>
          <p:nvPr>
            <p:ph type="dt" sz="half" idx="10"/>
          </p:nvPr>
        </p:nvSpPr>
        <p:spPr/>
        <p:txBody>
          <a:bodyPr/>
          <a:lstStyle/>
          <a:p>
            <a:fld id="{817EE713-CCEF-4188-90B1-26C48DA2FDFF}" type="datetimeFigureOut">
              <a:rPr lang="en-IN" smtClean="0"/>
              <a:t>19-02-2026</a:t>
            </a:fld>
            <a:endParaRPr lang="en-IN"/>
          </a:p>
        </p:txBody>
      </p:sp>
      <p:sp>
        <p:nvSpPr>
          <p:cNvPr id="5" name="Footer Placeholder 4">
            <a:extLst>
              <a:ext uri="{FF2B5EF4-FFF2-40B4-BE49-F238E27FC236}">
                <a16:creationId xmlns:a16="http://schemas.microsoft.com/office/drawing/2014/main" id="{3958023F-95CE-A3ED-290C-18F5AF82BA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BBBDF5-38FD-0AE9-76B0-0B0566A593E0}"/>
              </a:ext>
            </a:extLst>
          </p:cNvPr>
          <p:cNvSpPr>
            <a:spLocks noGrp="1"/>
          </p:cNvSpPr>
          <p:nvPr>
            <p:ph type="sldNum" sz="quarter" idx="12"/>
          </p:nvPr>
        </p:nvSpPr>
        <p:spPr/>
        <p:txBody>
          <a:bodyPr/>
          <a:lstStyle/>
          <a:p>
            <a:fld id="{D000028F-19F4-4C24-BC71-787A8F7E09F8}" type="slidenum">
              <a:rPr lang="en-IN" smtClean="0"/>
              <a:t>‹#›</a:t>
            </a:fld>
            <a:endParaRPr lang="en-IN"/>
          </a:p>
        </p:txBody>
      </p:sp>
    </p:spTree>
    <p:extLst>
      <p:ext uri="{BB962C8B-B14F-4D97-AF65-F5344CB8AC3E}">
        <p14:creationId xmlns:p14="http://schemas.microsoft.com/office/powerpoint/2010/main" val="4007941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44FA4-0287-75CA-11DD-9A8EC3EF48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EDCB482-FB74-58A8-EAAA-CBDA8B34F1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0EFBCF0-D821-B752-15BD-03D14124C57B}"/>
              </a:ext>
            </a:extLst>
          </p:cNvPr>
          <p:cNvSpPr>
            <a:spLocks noGrp="1"/>
          </p:cNvSpPr>
          <p:nvPr>
            <p:ph type="dt" sz="half" idx="10"/>
          </p:nvPr>
        </p:nvSpPr>
        <p:spPr/>
        <p:txBody>
          <a:bodyPr/>
          <a:lstStyle/>
          <a:p>
            <a:fld id="{817EE713-CCEF-4188-90B1-26C48DA2FDFF}" type="datetimeFigureOut">
              <a:rPr lang="en-IN" smtClean="0"/>
              <a:t>19-02-2026</a:t>
            </a:fld>
            <a:endParaRPr lang="en-IN"/>
          </a:p>
        </p:txBody>
      </p:sp>
      <p:sp>
        <p:nvSpPr>
          <p:cNvPr id="5" name="Footer Placeholder 4">
            <a:extLst>
              <a:ext uri="{FF2B5EF4-FFF2-40B4-BE49-F238E27FC236}">
                <a16:creationId xmlns:a16="http://schemas.microsoft.com/office/drawing/2014/main" id="{62A0830B-5703-0FDC-EDA3-54D677349C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19F542-E0BF-A314-10D0-A726A09CBE96}"/>
              </a:ext>
            </a:extLst>
          </p:cNvPr>
          <p:cNvSpPr>
            <a:spLocks noGrp="1"/>
          </p:cNvSpPr>
          <p:nvPr>
            <p:ph type="sldNum" sz="quarter" idx="12"/>
          </p:nvPr>
        </p:nvSpPr>
        <p:spPr/>
        <p:txBody>
          <a:bodyPr/>
          <a:lstStyle/>
          <a:p>
            <a:fld id="{D000028F-19F4-4C24-BC71-787A8F7E09F8}" type="slidenum">
              <a:rPr lang="en-IN" smtClean="0"/>
              <a:t>‹#›</a:t>
            </a:fld>
            <a:endParaRPr lang="en-IN"/>
          </a:p>
        </p:txBody>
      </p:sp>
    </p:spTree>
    <p:extLst>
      <p:ext uri="{BB962C8B-B14F-4D97-AF65-F5344CB8AC3E}">
        <p14:creationId xmlns:p14="http://schemas.microsoft.com/office/powerpoint/2010/main" val="2524860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42F79-9A0A-DAF5-BC17-8C296497A51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37781F-C7A1-574E-4A21-BE1FECDCFC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D6C0D8D-0B00-B949-184A-8CD4BFBA6B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6E447E9-2F12-79B1-5793-91CD7487C0E0}"/>
              </a:ext>
            </a:extLst>
          </p:cNvPr>
          <p:cNvSpPr>
            <a:spLocks noGrp="1"/>
          </p:cNvSpPr>
          <p:nvPr>
            <p:ph type="dt" sz="half" idx="10"/>
          </p:nvPr>
        </p:nvSpPr>
        <p:spPr/>
        <p:txBody>
          <a:bodyPr/>
          <a:lstStyle/>
          <a:p>
            <a:fld id="{817EE713-CCEF-4188-90B1-26C48DA2FDFF}" type="datetimeFigureOut">
              <a:rPr lang="en-IN" smtClean="0"/>
              <a:t>19-02-2026</a:t>
            </a:fld>
            <a:endParaRPr lang="en-IN"/>
          </a:p>
        </p:txBody>
      </p:sp>
      <p:sp>
        <p:nvSpPr>
          <p:cNvPr id="6" name="Footer Placeholder 5">
            <a:extLst>
              <a:ext uri="{FF2B5EF4-FFF2-40B4-BE49-F238E27FC236}">
                <a16:creationId xmlns:a16="http://schemas.microsoft.com/office/drawing/2014/main" id="{103050E0-622B-A8F4-0CF6-671ED49291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C7337B-ED88-8E1B-4C1D-381CF492F54D}"/>
              </a:ext>
            </a:extLst>
          </p:cNvPr>
          <p:cNvSpPr>
            <a:spLocks noGrp="1"/>
          </p:cNvSpPr>
          <p:nvPr>
            <p:ph type="sldNum" sz="quarter" idx="12"/>
          </p:nvPr>
        </p:nvSpPr>
        <p:spPr/>
        <p:txBody>
          <a:bodyPr/>
          <a:lstStyle/>
          <a:p>
            <a:fld id="{D000028F-19F4-4C24-BC71-787A8F7E09F8}" type="slidenum">
              <a:rPr lang="en-IN" smtClean="0"/>
              <a:t>‹#›</a:t>
            </a:fld>
            <a:endParaRPr lang="en-IN"/>
          </a:p>
        </p:txBody>
      </p:sp>
    </p:spTree>
    <p:extLst>
      <p:ext uri="{BB962C8B-B14F-4D97-AF65-F5344CB8AC3E}">
        <p14:creationId xmlns:p14="http://schemas.microsoft.com/office/powerpoint/2010/main" val="1294294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D4453-0842-D352-CA38-11C68DB8F99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E29744D-D611-A172-A728-F33C531E36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40D98A9-0E55-7F68-C98F-53487B275F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77F9EC2-8A9C-91B9-78AC-0FAA911C29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033D02-ABC8-A0E5-247A-9982126FC8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E368B0D-CE38-C0E1-5387-D640E6B44DE5}"/>
              </a:ext>
            </a:extLst>
          </p:cNvPr>
          <p:cNvSpPr>
            <a:spLocks noGrp="1"/>
          </p:cNvSpPr>
          <p:nvPr>
            <p:ph type="dt" sz="half" idx="10"/>
          </p:nvPr>
        </p:nvSpPr>
        <p:spPr/>
        <p:txBody>
          <a:bodyPr/>
          <a:lstStyle/>
          <a:p>
            <a:fld id="{817EE713-CCEF-4188-90B1-26C48DA2FDFF}" type="datetimeFigureOut">
              <a:rPr lang="en-IN" smtClean="0"/>
              <a:t>19-02-2026</a:t>
            </a:fld>
            <a:endParaRPr lang="en-IN"/>
          </a:p>
        </p:txBody>
      </p:sp>
      <p:sp>
        <p:nvSpPr>
          <p:cNvPr id="8" name="Footer Placeholder 7">
            <a:extLst>
              <a:ext uri="{FF2B5EF4-FFF2-40B4-BE49-F238E27FC236}">
                <a16:creationId xmlns:a16="http://schemas.microsoft.com/office/drawing/2014/main" id="{A01A703D-D439-2D8C-CC63-988BA3360E7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B2FA0C1-6E2B-EDFC-392F-5EC5FBFF4DDF}"/>
              </a:ext>
            </a:extLst>
          </p:cNvPr>
          <p:cNvSpPr>
            <a:spLocks noGrp="1"/>
          </p:cNvSpPr>
          <p:nvPr>
            <p:ph type="sldNum" sz="quarter" idx="12"/>
          </p:nvPr>
        </p:nvSpPr>
        <p:spPr/>
        <p:txBody>
          <a:bodyPr/>
          <a:lstStyle/>
          <a:p>
            <a:fld id="{D000028F-19F4-4C24-BC71-787A8F7E09F8}" type="slidenum">
              <a:rPr lang="en-IN" smtClean="0"/>
              <a:t>‹#›</a:t>
            </a:fld>
            <a:endParaRPr lang="en-IN"/>
          </a:p>
        </p:txBody>
      </p:sp>
    </p:spTree>
    <p:extLst>
      <p:ext uri="{BB962C8B-B14F-4D97-AF65-F5344CB8AC3E}">
        <p14:creationId xmlns:p14="http://schemas.microsoft.com/office/powerpoint/2010/main" val="4180330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35BC8-8ED1-F35C-BCB3-B3299A48B8E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ABF8EAE-B4C5-73FC-6372-E95481F88E6C}"/>
              </a:ext>
            </a:extLst>
          </p:cNvPr>
          <p:cNvSpPr>
            <a:spLocks noGrp="1"/>
          </p:cNvSpPr>
          <p:nvPr>
            <p:ph type="dt" sz="half" idx="10"/>
          </p:nvPr>
        </p:nvSpPr>
        <p:spPr/>
        <p:txBody>
          <a:bodyPr/>
          <a:lstStyle/>
          <a:p>
            <a:fld id="{817EE713-CCEF-4188-90B1-26C48DA2FDFF}" type="datetimeFigureOut">
              <a:rPr lang="en-IN" smtClean="0"/>
              <a:t>19-02-2026</a:t>
            </a:fld>
            <a:endParaRPr lang="en-IN"/>
          </a:p>
        </p:txBody>
      </p:sp>
      <p:sp>
        <p:nvSpPr>
          <p:cNvPr id="4" name="Footer Placeholder 3">
            <a:extLst>
              <a:ext uri="{FF2B5EF4-FFF2-40B4-BE49-F238E27FC236}">
                <a16:creationId xmlns:a16="http://schemas.microsoft.com/office/drawing/2014/main" id="{F8DAA612-D981-0EB4-4FEC-7F131975110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B25CF3E-D541-EB34-9DD7-1DDBF916DA17}"/>
              </a:ext>
            </a:extLst>
          </p:cNvPr>
          <p:cNvSpPr>
            <a:spLocks noGrp="1"/>
          </p:cNvSpPr>
          <p:nvPr>
            <p:ph type="sldNum" sz="quarter" idx="12"/>
          </p:nvPr>
        </p:nvSpPr>
        <p:spPr/>
        <p:txBody>
          <a:bodyPr/>
          <a:lstStyle/>
          <a:p>
            <a:fld id="{D000028F-19F4-4C24-BC71-787A8F7E09F8}" type="slidenum">
              <a:rPr lang="en-IN" smtClean="0"/>
              <a:t>‹#›</a:t>
            </a:fld>
            <a:endParaRPr lang="en-IN"/>
          </a:p>
        </p:txBody>
      </p:sp>
    </p:spTree>
    <p:extLst>
      <p:ext uri="{BB962C8B-B14F-4D97-AF65-F5344CB8AC3E}">
        <p14:creationId xmlns:p14="http://schemas.microsoft.com/office/powerpoint/2010/main" val="2549486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5B0E9D-02A0-E92F-2B66-1C2422B6290A}"/>
              </a:ext>
            </a:extLst>
          </p:cNvPr>
          <p:cNvSpPr>
            <a:spLocks noGrp="1"/>
          </p:cNvSpPr>
          <p:nvPr>
            <p:ph type="dt" sz="half" idx="10"/>
          </p:nvPr>
        </p:nvSpPr>
        <p:spPr/>
        <p:txBody>
          <a:bodyPr/>
          <a:lstStyle/>
          <a:p>
            <a:fld id="{817EE713-CCEF-4188-90B1-26C48DA2FDFF}" type="datetimeFigureOut">
              <a:rPr lang="en-IN" smtClean="0"/>
              <a:t>19-02-2026</a:t>
            </a:fld>
            <a:endParaRPr lang="en-IN"/>
          </a:p>
        </p:txBody>
      </p:sp>
      <p:sp>
        <p:nvSpPr>
          <p:cNvPr id="3" name="Footer Placeholder 2">
            <a:extLst>
              <a:ext uri="{FF2B5EF4-FFF2-40B4-BE49-F238E27FC236}">
                <a16:creationId xmlns:a16="http://schemas.microsoft.com/office/drawing/2014/main" id="{06F20F11-CBD1-9CDD-46BD-86BBCB0DF25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6FFB6E1-5AF9-A6F3-F52A-4D68503CD713}"/>
              </a:ext>
            </a:extLst>
          </p:cNvPr>
          <p:cNvSpPr>
            <a:spLocks noGrp="1"/>
          </p:cNvSpPr>
          <p:nvPr>
            <p:ph type="sldNum" sz="quarter" idx="12"/>
          </p:nvPr>
        </p:nvSpPr>
        <p:spPr/>
        <p:txBody>
          <a:bodyPr/>
          <a:lstStyle/>
          <a:p>
            <a:fld id="{D000028F-19F4-4C24-BC71-787A8F7E09F8}" type="slidenum">
              <a:rPr lang="en-IN" smtClean="0"/>
              <a:t>‹#›</a:t>
            </a:fld>
            <a:endParaRPr lang="en-IN"/>
          </a:p>
        </p:txBody>
      </p:sp>
    </p:spTree>
    <p:extLst>
      <p:ext uri="{BB962C8B-B14F-4D97-AF65-F5344CB8AC3E}">
        <p14:creationId xmlns:p14="http://schemas.microsoft.com/office/powerpoint/2010/main" val="666550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1E8B9-2212-B2E8-E43F-6FF07EECD7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3CD09C5-670B-DB8D-4EC9-B5A468511E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63CC225-3F90-5E4A-B3C3-93B6C1F755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4B51EE-732D-585A-8357-0CD7A928C8C1}"/>
              </a:ext>
            </a:extLst>
          </p:cNvPr>
          <p:cNvSpPr>
            <a:spLocks noGrp="1"/>
          </p:cNvSpPr>
          <p:nvPr>
            <p:ph type="dt" sz="half" idx="10"/>
          </p:nvPr>
        </p:nvSpPr>
        <p:spPr/>
        <p:txBody>
          <a:bodyPr/>
          <a:lstStyle/>
          <a:p>
            <a:fld id="{817EE713-CCEF-4188-90B1-26C48DA2FDFF}" type="datetimeFigureOut">
              <a:rPr lang="en-IN" smtClean="0"/>
              <a:t>19-02-2026</a:t>
            </a:fld>
            <a:endParaRPr lang="en-IN"/>
          </a:p>
        </p:txBody>
      </p:sp>
      <p:sp>
        <p:nvSpPr>
          <p:cNvPr id="6" name="Footer Placeholder 5">
            <a:extLst>
              <a:ext uri="{FF2B5EF4-FFF2-40B4-BE49-F238E27FC236}">
                <a16:creationId xmlns:a16="http://schemas.microsoft.com/office/drawing/2014/main" id="{85540FDA-633C-4919-3203-B576E42A4E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B41A59-D563-1136-023E-A53090B2DF61}"/>
              </a:ext>
            </a:extLst>
          </p:cNvPr>
          <p:cNvSpPr>
            <a:spLocks noGrp="1"/>
          </p:cNvSpPr>
          <p:nvPr>
            <p:ph type="sldNum" sz="quarter" idx="12"/>
          </p:nvPr>
        </p:nvSpPr>
        <p:spPr/>
        <p:txBody>
          <a:bodyPr/>
          <a:lstStyle/>
          <a:p>
            <a:fld id="{D000028F-19F4-4C24-BC71-787A8F7E09F8}" type="slidenum">
              <a:rPr lang="en-IN" smtClean="0"/>
              <a:t>‹#›</a:t>
            </a:fld>
            <a:endParaRPr lang="en-IN"/>
          </a:p>
        </p:txBody>
      </p:sp>
    </p:spTree>
    <p:extLst>
      <p:ext uri="{BB962C8B-B14F-4D97-AF65-F5344CB8AC3E}">
        <p14:creationId xmlns:p14="http://schemas.microsoft.com/office/powerpoint/2010/main" val="2874039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B4824-A3B9-C24C-FB3A-18BA5EACF9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4767B0E-74AE-79D9-9787-B01CDFBD87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0F1D086-4316-1425-E277-410149386A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2B4AD3-2D06-4405-A9B1-A6F45864E7F5}"/>
              </a:ext>
            </a:extLst>
          </p:cNvPr>
          <p:cNvSpPr>
            <a:spLocks noGrp="1"/>
          </p:cNvSpPr>
          <p:nvPr>
            <p:ph type="dt" sz="half" idx="10"/>
          </p:nvPr>
        </p:nvSpPr>
        <p:spPr/>
        <p:txBody>
          <a:bodyPr/>
          <a:lstStyle/>
          <a:p>
            <a:fld id="{817EE713-CCEF-4188-90B1-26C48DA2FDFF}" type="datetimeFigureOut">
              <a:rPr lang="en-IN" smtClean="0"/>
              <a:t>19-02-2026</a:t>
            </a:fld>
            <a:endParaRPr lang="en-IN"/>
          </a:p>
        </p:txBody>
      </p:sp>
      <p:sp>
        <p:nvSpPr>
          <p:cNvPr id="6" name="Footer Placeholder 5">
            <a:extLst>
              <a:ext uri="{FF2B5EF4-FFF2-40B4-BE49-F238E27FC236}">
                <a16:creationId xmlns:a16="http://schemas.microsoft.com/office/drawing/2014/main" id="{A2C811F8-F451-2E2E-4434-DEA7DC736D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847D0FF-EEEE-6F70-A3FD-47F65AE1E337}"/>
              </a:ext>
            </a:extLst>
          </p:cNvPr>
          <p:cNvSpPr>
            <a:spLocks noGrp="1"/>
          </p:cNvSpPr>
          <p:nvPr>
            <p:ph type="sldNum" sz="quarter" idx="12"/>
          </p:nvPr>
        </p:nvSpPr>
        <p:spPr/>
        <p:txBody>
          <a:bodyPr/>
          <a:lstStyle/>
          <a:p>
            <a:fld id="{D000028F-19F4-4C24-BC71-787A8F7E09F8}" type="slidenum">
              <a:rPr lang="en-IN" smtClean="0"/>
              <a:t>‹#›</a:t>
            </a:fld>
            <a:endParaRPr lang="en-IN"/>
          </a:p>
        </p:txBody>
      </p:sp>
    </p:spTree>
    <p:extLst>
      <p:ext uri="{BB962C8B-B14F-4D97-AF65-F5344CB8AC3E}">
        <p14:creationId xmlns:p14="http://schemas.microsoft.com/office/powerpoint/2010/main" val="1215355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2081C-B695-CCD8-22EE-2A685202C1B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1ADF096-6501-4F92-AB03-F5D3011B43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5ED050-0E19-C976-3477-A9D8AED7AB76}"/>
              </a:ext>
            </a:extLst>
          </p:cNvPr>
          <p:cNvSpPr>
            <a:spLocks noGrp="1"/>
          </p:cNvSpPr>
          <p:nvPr>
            <p:ph type="dt" sz="half" idx="10"/>
          </p:nvPr>
        </p:nvSpPr>
        <p:spPr/>
        <p:txBody>
          <a:bodyPr/>
          <a:lstStyle/>
          <a:p>
            <a:fld id="{817EE713-CCEF-4188-90B1-26C48DA2FDFF}" type="datetimeFigureOut">
              <a:rPr lang="en-IN" smtClean="0"/>
              <a:t>19-02-2026</a:t>
            </a:fld>
            <a:endParaRPr lang="en-IN"/>
          </a:p>
        </p:txBody>
      </p:sp>
      <p:sp>
        <p:nvSpPr>
          <p:cNvPr id="5" name="Footer Placeholder 4">
            <a:extLst>
              <a:ext uri="{FF2B5EF4-FFF2-40B4-BE49-F238E27FC236}">
                <a16:creationId xmlns:a16="http://schemas.microsoft.com/office/drawing/2014/main" id="{DB1E11E0-579A-26BD-9885-243238D7CD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701423-FA08-E8F2-33EA-5CB30E061C7C}"/>
              </a:ext>
            </a:extLst>
          </p:cNvPr>
          <p:cNvSpPr>
            <a:spLocks noGrp="1"/>
          </p:cNvSpPr>
          <p:nvPr>
            <p:ph type="sldNum" sz="quarter" idx="12"/>
          </p:nvPr>
        </p:nvSpPr>
        <p:spPr/>
        <p:txBody>
          <a:bodyPr/>
          <a:lstStyle/>
          <a:p>
            <a:fld id="{D000028F-19F4-4C24-BC71-787A8F7E09F8}" type="slidenum">
              <a:rPr lang="en-IN" smtClean="0"/>
              <a:t>‹#›</a:t>
            </a:fld>
            <a:endParaRPr lang="en-IN"/>
          </a:p>
        </p:txBody>
      </p:sp>
    </p:spTree>
    <p:extLst>
      <p:ext uri="{BB962C8B-B14F-4D97-AF65-F5344CB8AC3E}">
        <p14:creationId xmlns:p14="http://schemas.microsoft.com/office/powerpoint/2010/main" val="1064106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5EC92A-961E-C155-7360-EFB80F5C139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C1272F-89CE-73A7-5135-DF237969C4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5ADBE7-F015-2EB8-FF3B-A54965FD13E6}"/>
              </a:ext>
            </a:extLst>
          </p:cNvPr>
          <p:cNvSpPr>
            <a:spLocks noGrp="1"/>
          </p:cNvSpPr>
          <p:nvPr>
            <p:ph type="dt" sz="half" idx="10"/>
          </p:nvPr>
        </p:nvSpPr>
        <p:spPr/>
        <p:txBody>
          <a:bodyPr/>
          <a:lstStyle/>
          <a:p>
            <a:fld id="{817EE713-CCEF-4188-90B1-26C48DA2FDFF}" type="datetimeFigureOut">
              <a:rPr lang="en-IN" smtClean="0"/>
              <a:t>19-02-2026</a:t>
            </a:fld>
            <a:endParaRPr lang="en-IN"/>
          </a:p>
        </p:txBody>
      </p:sp>
      <p:sp>
        <p:nvSpPr>
          <p:cNvPr id="5" name="Footer Placeholder 4">
            <a:extLst>
              <a:ext uri="{FF2B5EF4-FFF2-40B4-BE49-F238E27FC236}">
                <a16:creationId xmlns:a16="http://schemas.microsoft.com/office/drawing/2014/main" id="{1077A9F6-3E29-A61C-9189-B7BED86622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4EDCC9-E2E0-CF22-9688-8FA436E7D7CF}"/>
              </a:ext>
            </a:extLst>
          </p:cNvPr>
          <p:cNvSpPr>
            <a:spLocks noGrp="1"/>
          </p:cNvSpPr>
          <p:nvPr>
            <p:ph type="sldNum" sz="quarter" idx="12"/>
          </p:nvPr>
        </p:nvSpPr>
        <p:spPr/>
        <p:txBody>
          <a:bodyPr/>
          <a:lstStyle/>
          <a:p>
            <a:fld id="{D000028F-19F4-4C24-BC71-787A8F7E09F8}" type="slidenum">
              <a:rPr lang="en-IN" smtClean="0"/>
              <a:t>‹#›</a:t>
            </a:fld>
            <a:endParaRPr lang="en-IN"/>
          </a:p>
        </p:txBody>
      </p:sp>
    </p:spTree>
    <p:extLst>
      <p:ext uri="{BB962C8B-B14F-4D97-AF65-F5344CB8AC3E}">
        <p14:creationId xmlns:p14="http://schemas.microsoft.com/office/powerpoint/2010/main" val="688529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54F7B4-432C-CB12-1912-4889E6024F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B822E8B-8D1B-C5EA-1D8A-71BD137DDC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80E20C-4C88-6003-170E-BD3C356EC6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7EE713-CCEF-4188-90B1-26C48DA2FDFF}" type="datetimeFigureOut">
              <a:rPr lang="en-IN" smtClean="0"/>
              <a:t>19-02-2026</a:t>
            </a:fld>
            <a:endParaRPr lang="en-IN"/>
          </a:p>
        </p:txBody>
      </p:sp>
      <p:sp>
        <p:nvSpPr>
          <p:cNvPr id="5" name="Footer Placeholder 4">
            <a:extLst>
              <a:ext uri="{FF2B5EF4-FFF2-40B4-BE49-F238E27FC236}">
                <a16:creationId xmlns:a16="http://schemas.microsoft.com/office/drawing/2014/main" id="{B809C665-CB05-7246-DC34-01E67D544D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B5DEFA0-0565-DF40-0477-3421C31FF0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00028F-19F4-4C24-BC71-787A8F7E09F8}" type="slidenum">
              <a:rPr lang="en-IN" smtClean="0"/>
              <a:t>‹#›</a:t>
            </a:fld>
            <a:endParaRPr lang="en-IN"/>
          </a:p>
        </p:txBody>
      </p:sp>
    </p:spTree>
    <p:extLst>
      <p:ext uri="{BB962C8B-B14F-4D97-AF65-F5344CB8AC3E}">
        <p14:creationId xmlns:p14="http://schemas.microsoft.com/office/powerpoint/2010/main" val="42426898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2.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0DDC013-D662-30A0-3945-631B45DB1D7B}"/>
              </a:ext>
            </a:extLst>
          </p:cNvPr>
          <p:cNvPicPr>
            <a:picLocks noChangeAspect="1"/>
          </p:cNvPicPr>
          <p:nvPr/>
        </p:nvPicPr>
        <p:blipFill rotWithShape="1">
          <a:blip r:embed="rId5">
            <a:extLst>
              <a:ext uri="{28A0092B-C50C-407E-A947-70E740481C1C}">
                <a14:useLocalDpi xmlns:a14="http://schemas.microsoft.com/office/drawing/2010/main" val="0"/>
              </a:ext>
            </a:extLst>
          </a:blip>
          <a:srcRect l="2523" t="21613" r="2369" b="16451"/>
          <a:stretch/>
        </p:blipFill>
        <p:spPr>
          <a:xfrm>
            <a:off x="9792928" y="29496"/>
            <a:ext cx="2384323" cy="691109"/>
          </a:xfrm>
          <a:prstGeom prst="rect">
            <a:avLst/>
          </a:prstGeom>
        </p:spPr>
      </p:pic>
      <p:sp>
        <p:nvSpPr>
          <p:cNvPr id="6" name="Rectangle 5">
            <a:extLst>
              <a:ext uri="{FF2B5EF4-FFF2-40B4-BE49-F238E27FC236}">
                <a16:creationId xmlns:a16="http://schemas.microsoft.com/office/drawing/2014/main" id="{8F9C5B6D-932E-6D77-D2F1-5BA0E5988FE5}"/>
              </a:ext>
            </a:extLst>
          </p:cNvPr>
          <p:cNvSpPr/>
          <p:nvPr/>
        </p:nvSpPr>
        <p:spPr>
          <a:xfrm>
            <a:off x="0" y="6379029"/>
            <a:ext cx="12177251" cy="478971"/>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atin typeface="Times New Roman" panose="02020603050405020304" pitchFamily="18" charset="0"/>
                <a:cs typeface="Times New Roman" panose="02020603050405020304" pitchFamily="18" charset="0"/>
              </a:rPr>
              <a:t>Department of CSE                                                                                                                                UI/UX Design</a:t>
            </a:r>
            <a:endParaRPr lang="en-IN"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7AB50CA-DF0D-5D6D-9C1D-782923A4E363}"/>
              </a:ext>
            </a:extLst>
          </p:cNvPr>
          <p:cNvSpPr txBox="1"/>
          <p:nvPr/>
        </p:nvSpPr>
        <p:spPr>
          <a:xfrm>
            <a:off x="822960" y="1453896"/>
            <a:ext cx="9582912" cy="830997"/>
          </a:xfrm>
          <a:prstGeom prst="rect">
            <a:avLst/>
          </a:prstGeom>
          <a:noFill/>
        </p:spPr>
        <p:txBody>
          <a:bodyPr wrap="square" rtlCol="0">
            <a:spAutoFit/>
          </a:bodyPr>
          <a:lstStyle/>
          <a:p>
            <a:r>
              <a:rPr lang="en-US" sz="4800" dirty="0"/>
              <a:t>Cognitive overload &amp; Reducing load</a:t>
            </a:r>
            <a:endParaRPr lang="en-IN" sz="4800" dirty="0"/>
          </a:p>
        </p:txBody>
      </p:sp>
      <p:sp>
        <p:nvSpPr>
          <p:cNvPr id="10" name="TextBox 9">
            <a:extLst>
              <a:ext uri="{FF2B5EF4-FFF2-40B4-BE49-F238E27FC236}">
                <a16:creationId xmlns:a16="http://schemas.microsoft.com/office/drawing/2014/main" id="{E71FFCF1-ED3A-80CA-EE14-5BE071D06B70}"/>
              </a:ext>
            </a:extLst>
          </p:cNvPr>
          <p:cNvSpPr txBox="1"/>
          <p:nvPr/>
        </p:nvSpPr>
        <p:spPr>
          <a:xfrm>
            <a:off x="7763256" y="3026664"/>
            <a:ext cx="4050792" cy="1200329"/>
          </a:xfrm>
          <a:prstGeom prst="rect">
            <a:avLst/>
          </a:prstGeom>
          <a:noFill/>
        </p:spPr>
        <p:txBody>
          <a:bodyPr wrap="square" rtlCol="0">
            <a:spAutoFit/>
          </a:bodyPr>
          <a:lstStyle/>
          <a:p>
            <a:r>
              <a:rPr lang="en-US" dirty="0"/>
              <a:t>241fa04729-  Arshiya</a:t>
            </a:r>
          </a:p>
          <a:p>
            <a:r>
              <a:rPr lang="en-US" dirty="0"/>
              <a:t>241FA04121- Hima </a:t>
            </a:r>
            <a:r>
              <a:rPr lang="en-US" dirty="0" err="1"/>
              <a:t>bindu</a:t>
            </a:r>
            <a:endParaRPr lang="en-US" dirty="0"/>
          </a:p>
          <a:p>
            <a:r>
              <a:rPr lang="en-US" dirty="0"/>
              <a:t>241FA04813- Shaista</a:t>
            </a:r>
          </a:p>
          <a:p>
            <a:r>
              <a:rPr lang="en-US" dirty="0"/>
              <a:t>241FA04B94- Gagan                </a:t>
            </a:r>
          </a:p>
        </p:txBody>
      </p:sp>
      <p:sp>
        <p:nvSpPr>
          <p:cNvPr id="11" name="TextBox 10">
            <a:extLst>
              <a:ext uri="{FF2B5EF4-FFF2-40B4-BE49-F238E27FC236}">
                <a16:creationId xmlns:a16="http://schemas.microsoft.com/office/drawing/2014/main" id="{E4BD25BF-E868-CED8-E355-276A671FA96E}"/>
              </a:ext>
            </a:extLst>
          </p:cNvPr>
          <p:cNvSpPr txBox="1"/>
          <p:nvPr/>
        </p:nvSpPr>
        <p:spPr>
          <a:xfrm>
            <a:off x="8124444" y="2471112"/>
            <a:ext cx="1810512" cy="400110"/>
          </a:xfrm>
          <a:prstGeom prst="rect">
            <a:avLst/>
          </a:prstGeom>
          <a:noFill/>
        </p:spPr>
        <p:txBody>
          <a:bodyPr wrap="square" rtlCol="0">
            <a:spAutoFit/>
          </a:bodyPr>
          <a:lstStyle/>
          <a:p>
            <a:r>
              <a:rPr lang="en-US" sz="2000" dirty="0"/>
              <a:t>Batch-10</a:t>
            </a:r>
            <a:endParaRPr lang="en-IN" sz="2000" dirty="0"/>
          </a:p>
        </p:txBody>
      </p:sp>
      <p:pic>
        <p:nvPicPr>
          <p:cNvPr id="2" name="luvvoice.com-20260219-QdEtsP">
            <a:hlinkClick r:id="" action="ppaction://media"/>
            <a:extLst>
              <a:ext uri="{FF2B5EF4-FFF2-40B4-BE49-F238E27FC236}">
                <a16:creationId xmlns:a16="http://schemas.microsoft.com/office/drawing/2014/main" id="{45550249-B673-5DC3-C825-C43672F78AA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345843" y="6370637"/>
            <a:ext cx="487363" cy="487363"/>
          </a:xfrm>
          <a:prstGeom prst="rect">
            <a:avLst/>
          </a:prstGeom>
        </p:spPr>
      </p:pic>
    </p:spTree>
    <p:extLst>
      <p:ext uri="{BB962C8B-B14F-4D97-AF65-F5344CB8AC3E}">
        <p14:creationId xmlns:p14="http://schemas.microsoft.com/office/powerpoint/2010/main" val="1157410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8824" fill="hold"/>
                                        <p:tgtEl>
                                          <p:spTgt spid="2"/>
                                        </p:tgtEl>
                                      </p:cBhvr>
                                    </p:cmd>
                                  </p:childTnLst>
                                </p:cTn>
                              </p:par>
                              <p:par>
                                <p:cTn id="7" presetID="2" presetClass="entr" presetSubtype="4" fill="hold" nodeType="withEffect">
                                  <p:stCondLst>
                                    <p:cond delay="4500"/>
                                  </p:stCondLst>
                                  <p:childTnLst>
                                    <p:set>
                                      <p:cBhvr>
                                        <p:cTn id="8" dur="1" fill="hold">
                                          <p:stCondLst>
                                            <p:cond delay="0"/>
                                          </p:stCondLst>
                                        </p:cTn>
                                        <p:tgtEl>
                                          <p:spTgt spid="8">
                                            <p:txEl>
                                              <p:pRg st="0" end="0"/>
                                            </p:txEl>
                                          </p:spTgt>
                                        </p:tgtEl>
                                        <p:attrNameLst>
                                          <p:attrName>style.visibility</p:attrName>
                                        </p:attrNameLst>
                                      </p:cBhvr>
                                      <p:to>
                                        <p:strVal val="visible"/>
                                      </p:to>
                                    </p:set>
                                    <p:anim calcmode="lin" valueType="num">
                                      <p:cBhvr additive="base">
                                        <p:cTn id="9"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0" dur="1000" fill="hold"/>
                                        <p:tgtEl>
                                          <p:spTgt spid="8">
                                            <p:txEl>
                                              <p:pRg st="0" end="0"/>
                                            </p:txEl>
                                          </p:spTgt>
                                        </p:tgtEl>
                                        <p:attrNameLst>
                                          <p:attrName>ppt_y</p:attrName>
                                        </p:attrNameLst>
                                      </p:cBhvr>
                                      <p:tavLst>
                                        <p:tav tm="0">
                                          <p:val>
                                            <p:strVal val="1+#ppt_h/2"/>
                                          </p:val>
                                        </p:tav>
                                        <p:tav tm="100000">
                                          <p:val>
                                            <p:strVal val="#ppt_y"/>
                                          </p:val>
                                        </p:tav>
                                      </p:tavLst>
                                    </p:anim>
                                  </p:childTnLst>
                                </p:cTn>
                              </p:par>
                              <p:par>
                                <p:cTn id="11" presetID="16" presetClass="entr" presetSubtype="21" fill="hold" nodeType="withEffect">
                                  <p:stCondLst>
                                    <p:cond delay="750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barn(inVertical)">
                                      <p:cBhvr>
                                        <p:cTn id="13" dur="1000"/>
                                        <p:tgtEl>
                                          <p:spTgt spid="11">
                                            <p:txEl>
                                              <p:pRg st="0" end="0"/>
                                            </p:txEl>
                                          </p:spTgt>
                                        </p:tgtEl>
                                      </p:cBhvr>
                                    </p:animEffect>
                                  </p:childTnLst>
                                </p:cTn>
                              </p:par>
                              <p:par>
                                <p:cTn id="14" presetID="42" presetClass="entr" presetSubtype="0" fill="hold" nodeType="withEffect">
                                  <p:stCondLst>
                                    <p:cond delay="12500"/>
                                  </p:stCondLst>
                                  <p:childTnLst>
                                    <p:set>
                                      <p:cBhvr>
                                        <p:cTn id="15" dur="1" fill="hold">
                                          <p:stCondLst>
                                            <p:cond delay="0"/>
                                          </p:stCondLst>
                                        </p:cTn>
                                        <p:tgtEl>
                                          <p:spTgt spid="10">
                                            <p:txEl>
                                              <p:pRg st="0" end="0"/>
                                            </p:txEl>
                                          </p:spTgt>
                                        </p:tgtEl>
                                        <p:attrNameLst>
                                          <p:attrName>style.visibility</p:attrName>
                                        </p:attrNameLst>
                                      </p:cBhvr>
                                      <p:to>
                                        <p:strVal val="visible"/>
                                      </p:to>
                                    </p:set>
                                    <p:animEffect transition="in" filter="fade">
                                      <p:cBhvr>
                                        <p:cTn id="16" dur="1000"/>
                                        <p:tgtEl>
                                          <p:spTgt spid="10">
                                            <p:txEl>
                                              <p:pRg st="0" end="0"/>
                                            </p:txEl>
                                          </p:spTgt>
                                        </p:tgtEl>
                                      </p:cBhvr>
                                    </p:animEffect>
                                    <p:anim calcmode="lin" valueType="num">
                                      <p:cBhvr>
                                        <p:cTn id="17"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18" dur="1000" fill="hold"/>
                                        <p:tgtEl>
                                          <p:spTgt spid="10">
                                            <p:txEl>
                                              <p:pRg st="0" end="0"/>
                                            </p:txEl>
                                          </p:spTgt>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16500"/>
                                  </p:stCondLst>
                                  <p:childTnLst>
                                    <p:set>
                                      <p:cBhvr>
                                        <p:cTn id="20" dur="1" fill="hold">
                                          <p:stCondLst>
                                            <p:cond delay="0"/>
                                          </p:stCondLst>
                                        </p:cTn>
                                        <p:tgtEl>
                                          <p:spTgt spid="10">
                                            <p:txEl>
                                              <p:pRg st="1" end="1"/>
                                            </p:txEl>
                                          </p:spTgt>
                                        </p:tgtEl>
                                        <p:attrNameLst>
                                          <p:attrName>style.visibility</p:attrName>
                                        </p:attrNameLst>
                                      </p:cBhvr>
                                      <p:to>
                                        <p:strVal val="visible"/>
                                      </p:to>
                                    </p:set>
                                    <p:animEffect transition="in" filter="fade">
                                      <p:cBhvr>
                                        <p:cTn id="21" dur="1000"/>
                                        <p:tgtEl>
                                          <p:spTgt spid="10">
                                            <p:txEl>
                                              <p:pRg st="1" end="1"/>
                                            </p:txEl>
                                          </p:spTgt>
                                        </p:tgtEl>
                                      </p:cBhvr>
                                    </p:animEffect>
                                    <p:anim calcmode="lin" valueType="num">
                                      <p:cBhvr>
                                        <p:cTn id="22"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20500"/>
                                  </p:stCondLst>
                                  <p:childTnLst>
                                    <p:set>
                                      <p:cBhvr>
                                        <p:cTn id="25" dur="1" fill="hold">
                                          <p:stCondLst>
                                            <p:cond delay="0"/>
                                          </p:stCondLst>
                                        </p:cTn>
                                        <p:tgtEl>
                                          <p:spTgt spid="10">
                                            <p:txEl>
                                              <p:pRg st="2" end="2"/>
                                            </p:txEl>
                                          </p:spTgt>
                                        </p:tgtEl>
                                        <p:attrNameLst>
                                          <p:attrName>style.visibility</p:attrName>
                                        </p:attrNameLst>
                                      </p:cBhvr>
                                      <p:to>
                                        <p:strVal val="visible"/>
                                      </p:to>
                                    </p:set>
                                    <p:animEffect transition="in" filter="fade">
                                      <p:cBhvr>
                                        <p:cTn id="26" dur="1000"/>
                                        <p:tgtEl>
                                          <p:spTgt spid="10">
                                            <p:txEl>
                                              <p:pRg st="2" end="2"/>
                                            </p:txEl>
                                          </p:spTgt>
                                        </p:tgtEl>
                                      </p:cBhvr>
                                    </p:animEffect>
                                    <p:anim calcmode="lin" valueType="num">
                                      <p:cBhvr>
                                        <p:cTn id="27"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10">
                                            <p:txEl>
                                              <p:pRg st="2" end="2"/>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25000"/>
                                  </p:stCondLst>
                                  <p:childTnLst>
                                    <p:set>
                                      <p:cBhvr>
                                        <p:cTn id="30" dur="1" fill="hold">
                                          <p:stCondLst>
                                            <p:cond delay="0"/>
                                          </p:stCondLst>
                                        </p:cTn>
                                        <p:tgtEl>
                                          <p:spTgt spid="10">
                                            <p:txEl>
                                              <p:pRg st="3" end="3"/>
                                            </p:txEl>
                                          </p:spTgt>
                                        </p:tgtEl>
                                        <p:attrNameLst>
                                          <p:attrName>style.visibility</p:attrName>
                                        </p:attrNameLst>
                                      </p:cBhvr>
                                      <p:to>
                                        <p:strVal val="visible"/>
                                      </p:to>
                                    </p:set>
                                    <p:animEffect transition="in" filter="fade">
                                      <p:cBhvr>
                                        <p:cTn id="31" dur="1000"/>
                                        <p:tgtEl>
                                          <p:spTgt spid="10">
                                            <p:txEl>
                                              <p:pRg st="3" end="3"/>
                                            </p:txEl>
                                          </p:spTgt>
                                        </p:tgtEl>
                                      </p:cBhvr>
                                    </p:animEffect>
                                    <p:anim calcmode="lin" valueType="num">
                                      <p:cBhvr>
                                        <p:cTn id="32"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68293">
                <p:cTn id="34" fill="hold" display="0">
                  <p:stCondLst>
                    <p:cond delay="indefinite"/>
                  </p:stCondLst>
                  <p:endCondLst>
                    <p:cond evt="onStopAudio" delay="0">
                      <p:tgtEl>
                        <p:sldTgt/>
                      </p:tgtEl>
                    </p:cond>
                  </p:endCondLst>
                </p:cTn>
                <p:tgtEl>
                  <p:spTgt spid="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3D3DC00-7EF4-7CFC-357B-BD3F6F017C8B}"/>
              </a:ext>
            </a:extLst>
          </p:cNvPr>
          <p:cNvSpPr>
            <a:spLocks noGrp="1"/>
          </p:cNvSpPr>
          <p:nvPr>
            <p:ph type="subTitle" idx="1"/>
          </p:nvPr>
        </p:nvSpPr>
        <p:spPr>
          <a:xfrm>
            <a:off x="363794" y="629266"/>
            <a:ext cx="11100619" cy="1209925"/>
          </a:xfrm>
        </p:spPr>
        <p:txBody>
          <a:bodyPr>
            <a:normAutofit fontScale="92500"/>
          </a:bodyPr>
          <a:lstStyle/>
          <a:p>
            <a:pPr algn="just"/>
            <a:r>
              <a:rPr lang="en-US" sz="1800" dirty="0">
                <a:latin typeface="Algerian" panose="04020705040A02060702" pitchFamily="82" charset="0"/>
                <a:cs typeface="Times New Roman" panose="02020603050405020304" pitchFamily="18" charset="0"/>
              </a:rPr>
              <a:t>What is Cognitive Load? </a:t>
            </a:r>
          </a:p>
          <a:p>
            <a:pPr algn="just"/>
            <a:r>
              <a:rPr lang="en-US" sz="1800" dirty="0">
                <a:latin typeface="Sitka Subheading Semibold" pitchFamily="2" charset="0"/>
                <a:cs typeface="Times New Roman" panose="02020603050405020304" pitchFamily="18" charset="0"/>
              </a:rPr>
              <a:t>Cognitive load is the amount of mental effort used in the working memory while learning.Brain can handle only limited information at a timeToo much information creates confusion Learning becomes difficult</a:t>
            </a:r>
            <a:r>
              <a:rPr lang="en-US" sz="3200" dirty="0">
                <a:latin typeface="Times New Roman" panose="02020603050405020304" pitchFamily="18" charset="0"/>
                <a:cs typeface="Times New Roman" panose="02020603050405020304" pitchFamily="18" charset="0"/>
              </a:rPr>
              <a:t>.</a:t>
            </a:r>
          </a:p>
          <a:p>
            <a:pPr algn="just"/>
            <a:endParaRPr lang="en-US" sz="3200" dirty="0">
              <a:latin typeface="Times New Roman" panose="02020603050405020304" pitchFamily="18" charset="0"/>
              <a:cs typeface="Times New Roman" panose="02020603050405020304" pitchFamily="18" charset="0"/>
            </a:endParaRPr>
          </a:p>
        </p:txBody>
      </p:sp>
      <p:pic>
        <p:nvPicPr>
          <p:cNvPr id="2050" name="Picture 2" descr="What is Cognitive Load Theory? - by David Weller">
            <a:extLst>
              <a:ext uri="{FF2B5EF4-FFF2-40B4-BE49-F238E27FC236}">
                <a16:creationId xmlns:a16="http://schemas.microsoft.com/office/drawing/2014/main" id="{75BC7C3A-C68C-951F-1BBA-9EA1B3A592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773" y="2143433"/>
            <a:ext cx="3553188" cy="435077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AE2923D-A29D-5DF7-501E-F15667BB8B75}"/>
              </a:ext>
            </a:extLst>
          </p:cNvPr>
          <p:cNvSpPr txBox="1"/>
          <p:nvPr/>
        </p:nvSpPr>
        <p:spPr>
          <a:xfrm>
            <a:off x="5255932" y="2540468"/>
            <a:ext cx="5353666" cy="2308324"/>
          </a:xfrm>
          <a:prstGeom prst="rect">
            <a:avLst/>
          </a:prstGeom>
          <a:noFill/>
        </p:spPr>
        <p:txBody>
          <a:bodyPr wrap="square" rtlCol="0">
            <a:spAutoFit/>
          </a:bodyPr>
          <a:lstStyle/>
          <a:p>
            <a:r>
              <a:rPr lang="en-US" dirty="0">
                <a:latin typeface="Algerian" panose="04020705040A02060702" pitchFamily="82" charset="0"/>
              </a:rPr>
              <a:t> Types of Cognitive Load  </a:t>
            </a:r>
            <a:r>
              <a:rPr lang="en-US" dirty="0"/>
              <a:t>:</a:t>
            </a:r>
          </a:p>
          <a:p>
            <a:r>
              <a:rPr lang="en-US" dirty="0"/>
              <a:t>3 types of cognitive load</a:t>
            </a:r>
          </a:p>
          <a:p>
            <a:r>
              <a:rPr lang="en-US" dirty="0">
                <a:latin typeface="Sitka Heading Semibold" pitchFamily="2" charset="0"/>
              </a:rPr>
              <a:t>  Intrinsic load:</a:t>
            </a:r>
          </a:p>
          <a:p>
            <a:r>
              <a:rPr lang="en-US" dirty="0"/>
              <a:t>  Difficulty of the topic </a:t>
            </a:r>
          </a:p>
          <a:p>
            <a:r>
              <a:rPr lang="en-US" dirty="0">
                <a:latin typeface="Sitka Heading Semibold" pitchFamily="2" charset="0"/>
              </a:rPr>
              <a:t>Extraneous Load :</a:t>
            </a:r>
          </a:p>
          <a:p>
            <a:r>
              <a:rPr lang="en-US" dirty="0">
                <a:latin typeface="Sitka Heading Semibold" pitchFamily="2" charset="0"/>
              </a:rPr>
              <a:t> </a:t>
            </a:r>
            <a:r>
              <a:rPr lang="en-US" dirty="0"/>
              <a:t>Poor way of presenting information</a:t>
            </a:r>
          </a:p>
          <a:p>
            <a:r>
              <a:rPr lang="en-US" dirty="0">
                <a:latin typeface="Sitka Heading Semibold" pitchFamily="2" charset="0"/>
              </a:rPr>
              <a:t>Germane Load :</a:t>
            </a:r>
          </a:p>
          <a:p>
            <a:r>
              <a:rPr lang="en-US" dirty="0">
                <a:latin typeface="+mj-lt"/>
              </a:rPr>
              <a:t> Effort used for learning</a:t>
            </a:r>
            <a:endParaRPr lang="en-IN" dirty="0">
              <a:latin typeface="+mj-lt"/>
            </a:endParaRPr>
          </a:p>
        </p:txBody>
      </p:sp>
      <p:pic>
        <p:nvPicPr>
          <p:cNvPr id="4" name="luvvoice.com-20260219-RambRw">
            <a:hlinkClick r:id="" action="ppaction://media"/>
            <a:extLst>
              <a:ext uri="{FF2B5EF4-FFF2-40B4-BE49-F238E27FC236}">
                <a16:creationId xmlns:a16="http://schemas.microsoft.com/office/drawing/2014/main" id="{3FC76E96-293E-92B1-0E16-B7689CC8EA7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298371" y="6494206"/>
            <a:ext cx="487363" cy="487363"/>
          </a:xfrm>
          <a:prstGeom prst="rect">
            <a:avLst/>
          </a:prstGeom>
        </p:spPr>
      </p:pic>
    </p:spTree>
    <p:extLst>
      <p:ext uri="{BB962C8B-B14F-4D97-AF65-F5344CB8AC3E}">
        <p14:creationId xmlns:p14="http://schemas.microsoft.com/office/powerpoint/2010/main" val="1027054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760" fill="hold"/>
                                        <p:tgtEl>
                                          <p:spTgt spid="4"/>
                                        </p:tgtEl>
                                      </p:cBhvr>
                                    </p:cmd>
                                  </p:childTnLst>
                                </p:cTn>
                              </p:par>
                              <p:par>
                                <p:cTn id="7" presetID="2" presetClass="entr" presetSubtype="4" fill="hold" grpId="0" nodeType="withEffect">
                                  <p:stCondLst>
                                    <p:cond delay="2450"/>
                                  </p:stCondLst>
                                  <p:childTnLst>
                                    <p:set>
                                      <p:cBhvr>
                                        <p:cTn id="8" dur="1" fill="hold">
                                          <p:stCondLst>
                                            <p:cond delay="0"/>
                                          </p:stCondLst>
                                        </p:cTn>
                                        <p:tgtEl>
                                          <p:spTgt spid="3">
                                            <p:txEl>
                                              <p:pRg st="0" end="0"/>
                                            </p:txEl>
                                          </p:spTgt>
                                        </p:tgtEl>
                                        <p:attrNameLst>
                                          <p:attrName>style.visibility</p:attrName>
                                        </p:attrNameLst>
                                      </p:cBhvr>
                                      <p:to>
                                        <p:strVal val="visible"/>
                                      </p:to>
                                    </p:set>
                                    <p:anim calcmode="lin" valueType="num">
                                      <p:cBhvr additive="base">
                                        <p:cTn id="9"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0" dur="1000" fill="hold"/>
                                        <p:tgtEl>
                                          <p:spTgt spid="3">
                                            <p:txEl>
                                              <p:pRg st="0" end="0"/>
                                            </p:txEl>
                                          </p:spTgt>
                                        </p:tgtEl>
                                        <p:attrNameLst>
                                          <p:attrName>ppt_y</p:attrName>
                                        </p:attrNameLst>
                                      </p:cBhvr>
                                      <p:tavLst>
                                        <p:tav tm="0">
                                          <p:val>
                                            <p:strVal val="1+#ppt_h/2"/>
                                          </p:val>
                                        </p:tav>
                                        <p:tav tm="100000">
                                          <p:val>
                                            <p:strVal val="#ppt_y"/>
                                          </p:val>
                                        </p:tav>
                                      </p:tavLst>
                                    </p:anim>
                                  </p:childTnLst>
                                </p:cTn>
                              </p:par>
                              <p:par>
                                <p:cTn id="11" presetID="42" presetClass="entr" presetSubtype="0" fill="hold" grpId="0" nodeType="withEffect">
                                  <p:stCondLst>
                                    <p:cond delay="485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6" presetID="6" presetClass="entr" presetSubtype="16" fill="hold" nodeType="withEffect">
                                  <p:stCondLst>
                                    <p:cond delay="19000"/>
                                  </p:stCondLst>
                                  <p:childTnLst>
                                    <p:set>
                                      <p:cBhvr>
                                        <p:cTn id="17" dur="1" fill="hold">
                                          <p:stCondLst>
                                            <p:cond delay="0"/>
                                          </p:stCondLst>
                                        </p:cTn>
                                        <p:tgtEl>
                                          <p:spTgt spid="2050"/>
                                        </p:tgtEl>
                                        <p:attrNameLst>
                                          <p:attrName>style.visibility</p:attrName>
                                        </p:attrNameLst>
                                      </p:cBhvr>
                                      <p:to>
                                        <p:strVal val="visible"/>
                                      </p:to>
                                    </p:set>
                                    <p:animEffect transition="in" filter="circle(in)">
                                      <p:cBhvr>
                                        <p:cTn id="18" dur="1000"/>
                                        <p:tgtEl>
                                          <p:spTgt spid="2050"/>
                                        </p:tgtEl>
                                      </p:cBhvr>
                                    </p:animEffect>
                                  </p:childTnLst>
                                </p:cTn>
                              </p:par>
                              <p:par>
                                <p:cTn id="19" presetID="10" presetClass="entr" presetSubtype="0" fill="hold" nodeType="withEffect">
                                  <p:stCondLst>
                                    <p:cond delay="2100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fade">
                                      <p:cBhvr>
                                        <p:cTn id="21" dur="1000"/>
                                        <p:tgtEl>
                                          <p:spTgt spid="7">
                                            <p:txEl>
                                              <p:pRg st="0" end="0"/>
                                            </p:txEl>
                                          </p:spTgt>
                                        </p:tgtEl>
                                      </p:cBhvr>
                                    </p:animEffect>
                                  </p:childTnLst>
                                </p:cTn>
                              </p:par>
                              <p:par>
                                <p:cTn id="22" presetID="10" presetClass="entr" presetSubtype="0" fill="hold" nodeType="withEffect">
                                  <p:stCondLst>
                                    <p:cond delay="22000"/>
                                  </p:stCondLst>
                                  <p:childTnLst>
                                    <p:set>
                                      <p:cBhvr>
                                        <p:cTn id="23" dur="1" fill="hold">
                                          <p:stCondLst>
                                            <p:cond delay="0"/>
                                          </p:stCondLst>
                                        </p:cTn>
                                        <p:tgtEl>
                                          <p:spTgt spid="7">
                                            <p:txEl>
                                              <p:pRg st="1" end="1"/>
                                            </p:txEl>
                                          </p:spTgt>
                                        </p:tgtEl>
                                        <p:attrNameLst>
                                          <p:attrName>style.visibility</p:attrName>
                                        </p:attrNameLst>
                                      </p:cBhvr>
                                      <p:to>
                                        <p:strVal val="visible"/>
                                      </p:to>
                                    </p:set>
                                    <p:animEffect transition="in" filter="fade">
                                      <p:cBhvr>
                                        <p:cTn id="24" dur="1000"/>
                                        <p:tgtEl>
                                          <p:spTgt spid="7">
                                            <p:txEl>
                                              <p:pRg st="1" end="1"/>
                                            </p:txEl>
                                          </p:spTgt>
                                        </p:tgtEl>
                                      </p:cBhvr>
                                    </p:animEffect>
                                  </p:childTnLst>
                                </p:cTn>
                              </p:par>
                              <p:par>
                                <p:cTn id="25" presetID="10" presetClass="entr" presetSubtype="0" fill="hold" nodeType="withEffect">
                                  <p:stCondLst>
                                    <p:cond delay="2490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fade">
                                      <p:cBhvr>
                                        <p:cTn id="27" dur="1000"/>
                                        <p:tgtEl>
                                          <p:spTgt spid="7">
                                            <p:txEl>
                                              <p:pRg st="2" end="2"/>
                                            </p:txEl>
                                          </p:spTgt>
                                        </p:tgtEl>
                                      </p:cBhvr>
                                    </p:animEffect>
                                  </p:childTnLst>
                                </p:cTn>
                              </p:par>
                              <p:par>
                                <p:cTn id="28" presetID="10" presetClass="entr" presetSubtype="0" fill="hold" nodeType="withEffect">
                                  <p:stCondLst>
                                    <p:cond delay="26500"/>
                                  </p:stCondLst>
                                  <p:childTnLst>
                                    <p:set>
                                      <p:cBhvr>
                                        <p:cTn id="29" dur="1" fill="hold">
                                          <p:stCondLst>
                                            <p:cond delay="0"/>
                                          </p:stCondLst>
                                        </p:cTn>
                                        <p:tgtEl>
                                          <p:spTgt spid="7">
                                            <p:txEl>
                                              <p:pRg st="3" end="3"/>
                                            </p:txEl>
                                          </p:spTgt>
                                        </p:tgtEl>
                                        <p:attrNameLst>
                                          <p:attrName>style.visibility</p:attrName>
                                        </p:attrNameLst>
                                      </p:cBhvr>
                                      <p:to>
                                        <p:strVal val="visible"/>
                                      </p:to>
                                    </p:set>
                                    <p:animEffect transition="in" filter="fade">
                                      <p:cBhvr>
                                        <p:cTn id="30" dur="1000"/>
                                        <p:tgtEl>
                                          <p:spTgt spid="7">
                                            <p:txEl>
                                              <p:pRg st="3" end="3"/>
                                            </p:txEl>
                                          </p:spTgt>
                                        </p:tgtEl>
                                      </p:cBhvr>
                                    </p:animEffect>
                                  </p:childTnLst>
                                </p:cTn>
                              </p:par>
                              <p:par>
                                <p:cTn id="31" presetID="10" presetClass="entr" presetSubtype="0" fill="hold" nodeType="withEffect">
                                  <p:stCondLst>
                                    <p:cond delay="28000"/>
                                  </p:stCondLst>
                                  <p:childTnLst>
                                    <p:set>
                                      <p:cBhvr>
                                        <p:cTn id="32" dur="1" fill="hold">
                                          <p:stCondLst>
                                            <p:cond delay="0"/>
                                          </p:stCondLst>
                                        </p:cTn>
                                        <p:tgtEl>
                                          <p:spTgt spid="7">
                                            <p:txEl>
                                              <p:pRg st="4" end="4"/>
                                            </p:txEl>
                                          </p:spTgt>
                                        </p:tgtEl>
                                        <p:attrNameLst>
                                          <p:attrName>style.visibility</p:attrName>
                                        </p:attrNameLst>
                                      </p:cBhvr>
                                      <p:to>
                                        <p:strVal val="visible"/>
                                      </p:to>
                                    </p:set>
                                    <p:animEffect transition="in" filter="fade">
                                      <p:cBhvr>
                                        <p:cTn id="33" dur="1000"/>
                                        <p:tgtEl>
                                          <p:spTgt spid="7">
                                            <p:txEl>
                                              <p:pRg st="4" end="4"/>
                                            </p:txEl>
                                          </p:spTgt>
                                        </p:tgtEl>
                                      </p:cBhvr>
                                    </p:animEffect>
                                  </p:childTnLst>
                                </p:cTn>
                              </p:par>
                              <p:par>
                                <p:cTn id="34" presetID="10" presetClass="entr" presetSubtype="0" fill="hold" nodeType="withEffect">
                                  <p:stCondLst>
                                    <p:cond delay="30000"/>
                                  </p:stCondLst>
                                  <p:childTnLst>
                                    <p:set>
                                      <p:cBhvr>
                                        <p:cTn id="35" dur="1" fill="hold">
                                          <p:stCondLst>
                                            <p:cond delay="0"/>
                                          </p:stCondLst>
                                        </p:cTn>
                                        <p:tgtEl>
                                          <p:spTgt spid="7">
                                            <p:txEl>
                                              <p:pRg st="5" end="5"/>
                                            </p:txEl>
                                          </p:spTgt>
                                        </p:tgtEl>
                                        <p:attrNameLst>
                                          <p:attrName>style.visibility</p:attrName>
                                        </p:attrNameLst>
                                      </p:cBhvr>
                                      <p:to>
                                        <p:strVal val="visible"/>
                                      </p:to>
                                    </p:set>
                                    <p:animEffect transition="in" filter="fade">
                                      <p:cBhvr>
                                        <p:cTn id="36" dur="1000"/>
                                        <p:tgtEl>
                                          <p:spTgt spid="7">
                                            <p:txEl>
                                              <p:pRg st="5" end="5"/>
                                            </p:txEl>
                                          </p:spTgt>
                                        </p:tgtEl>
                                      </p:cBhvr>
                                    </p:animEffect>
                                  </p:childTnLst>
                                </p:cTn>
                              </p:par>
                              <p:par>
                                <p:cTn id="37" presetID="10" presetClass="entr" presetSubtype="0" fill="hold" nodeType="withEffect">
                                  <p:stCondLst>
                                    <p:cond delay="33000"/>
                                  </p:stCondLst>
                                  <p:childTnLst>
                                    <p:set>
                                      <p:cBhvr>
                                        <p:cTn id="38" dur="1" fill="hold">
                                          <p:stCondLst>
                                            <p:cond delay="0"/>
                                          </p:stCondLst>
                                        </p:cTn>
                                        <p:tgtEl>
                                          <p:spTgt spid="7">
                                            <p:txEl>
                                              <p:pRg st="6" end="6"/>
                                            </p:txEl>
                                          </p:spTgt>
                                        </p:tgtEl>
                                        <p:attrNameLst>
                                          <p:attrName>style.visibility</p:attrName>
                                        </p:attrNameLst>
                                      </p:cBhvr>
                                      <p:to>
                                        <p:strVal val="visible"/>
                                      </p:to>
                                    </p:set>
                                    <p:animEffect transition="in" filter="fade">
                                      <p:cBhvr>
                                        <p:cTn id="39" dur="1000"/>
                                        <p:tgtEl>
                                          <p:spTgt spid="7">
                                            <p:txEl>
                                              <p:pRg st="6" end="6"/>
                                            </p:txEl>
                                          </p:spTgt>
                                        </p:tgtEl>
                                      </p:cBhvr>
                                    </p:animEffect>
                                  </p:childTnLst>
                                </p:cTn>
                              </p:par>
                              <p:par>
                                <p:cTn id="40" presetID="10" presetClass="entr" presetSubtype="0" fill="hold" nodeType="withEffect">
                                  <p:stCondLst>
                                    <p:cond delay="3400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fade">
                                      <p:cBhvr>
                                        <p:cTn id="42" dur="10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p:cTn id="43" fill="hold" display="0">
                  <p:stCondLst>
                    <p:cond delay="indefinite"/>
                  </p:stCondLst>
                  <p:endCondLst>
                    <p:cond evt="onStopAudio" delay="0">
                      <p:tgtEl>
                        <p:sldTgt/>
                      </p:tgtEl>
                    </p:cond>
                  </p:endCondLst>
                </p:cTn>
                <p:tgtEl>
                  <p:spTgt spid="4"/>
                </p:tgtEl>
              </p:cMediaNode>
            </p:audio>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2E936-E964-648F-1F4D-2749ACCDC76E}"/>
              </a:ext>
            </a:extLst>
          </p:cNvPr>
          <p:cNvSpPr>
            <a:spLocks noGrp="1"/>
          </p:cNvSpPr>
          <p:nvPr>
            <p:ph type="title"/>
          </p:nvPr>
        </p:nvSpPr>
        <p:spPr>
          <a:xfrm>
            <a:off x="3548008" y="2834673"/>
            <a:ext cx="5627523" cy="810282"/>
          </a:xfrm>
        </p:spPr>
        <p:txBody>
          <a:bodyPr>
            <a:noAutofit/>
          </a:bodyPr>
          <a:lstStyle/>
          <a:p>
            <a:r>
              <a:rPr lang="en-IN" sz="3200" dirty="0"/>
              <a:t>Effects of Cognitive Overload</a:t>
            </a:r>
            <a:endParaRPr lang="en-US" sz="3200" dirty="0"/>
          </a:p>
        </p:txBody>
      </p:sp>
      <p:sp>
        <p:nvSpPr>
          <p:cNvPr id="6" name="Arrow: Up 5">
            <a:extLst>
              <a:ext uri="{FF2B5EF4-FFF2-40B4-BE49-F238E27FC236}">
                <a16:creationId xmlns:a16="http://schemas.microsoft.com/office/drawing/2014/main" id="{DE9D209B-7AFA-E68C-4B53-63EF49ECCC74}"/>
              </a:ext>
            </a:extLst>
          </p:cNvPr>
          <p:cNvSpPr/>
          <p:nvPr/>
        </p:nvSpPr>
        <p:spPr>
          <a:xfrm>
            <a:off x="5707500" y="2024391"/>
            <a:ext cx="654269" cy="810282"/>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Down 6">
            <a:extLst>
              <a:ext uri="{FF2B5EF4-FFF2-40B4-BE49-F238E27FC236}">
                <a16:creationId xmlns:a16="http://schemas.microsoft.com/office/drawing/2014/main" id="{8BE89DCC-BCEA-BDB8-FEFD-80F92CAAA9B7}"/>
              </a:ext>
            </a:extLst>
          </p:cNvPr>
          <p:cNvSpPr/>
          <p:nvPr/>
        </p:nvSpPr>
        <p:spPr>
          <a:xfrm>
            <a:off x="5707500" y="3941377"/>
            <a:ext cx="654269" cy="81028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7905D1EA-8EBE-62C6-BFEC-03F98FBDC71E}"/>
              </a:ext>
            </a:extLst>
          </p:cNvPr>
          <p:cNvSpPr/>
          <p:nvPr/>
        </p:nvSpPr>
        <p:spPr>
          <a:xfrm>
            <a:off x="8903411" y="3079042"/>
            <a:ext cx="544239" cy="5659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Left 8">
            <a:extLst>
              <a:ext uri="{FF2B5EF4-FFF2-40B4-BE49-F238E27FC236}">
                <a16:creationId xmlns:a16="http://schemas.microsoft.com/office/drawing/2014/main" id="{BAC90470-09C7-9862-2E59-D5EFAB8E5004}"/>
              </a:ext>
            </a:extLst>
          </p:cNvPr>
          <p:cNvSpPr/>
          <p:nvPr/>
        </p:nvSpPr>
        <p:spPr>
          <a:xfrm>
            <a:off x="2870474" y="3079042"/>
            <a:ext cx="531539" cy="565913"/>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loud 10">
            <a:extLst>
              <a:ext uri="{FF2B5EF4-FFF2-40B4-BE49-F238E27FC236}">
                <a16:creationId xmlns:a16="http://schemas.microsoft.com/office/drawing/2014/main" id="{53A235A3-1EA6-7DAF-8C9A-1DA2041DDC65}"/>
              </a:ext>
            </a:extLst>
          </p:cNvPr>
          <p:cNvSpPr/>
          <p:nvPr/>
        </p:nvSpPr>
        <p:spPr>
          <a:xfrm>
            <a:off x="56712" y="2207172"/>
            <a:ext cx="2541643" cy="2544485"/>
          </a:xfrm>
          <a:prstGeom prst="cloud">
            <a:avLst/>
          </a:prstGeom>
        </p:spPr>
        <p:style>
          <a:lnRef idx="2">
            <a:schemeClr val="accent1"/>
          </a:lnRef>
          <a:fillRef idx="1">
            <a:schemeClr val="lt1"/>
          </a:fillRef>
          <a:effectRef idx="0">
            <a:schemeClr val="accent1"/>
          </a:effectRef>
          <a:fontRef idx="minor">
            <a:schemeClr val="dk1"/>
          </a:fontRef>
        </p:style>
        <p:txBody>
          <a:bodyPr rtlCol="0" anchor="ctr"/>
          <a:lstStyle/>
          <a:p>
            <a:r>
              <a:rPr lang="en-IN" dirty="0"/>
              <a:t>Slow learning</a:t>
            </a:r>
          </a:p>
        </p:txBody>
      </p:sp>
      <p:sp>
        <p:nvSpPr>
          <p:cNvPr id="12" name="Cloud 11">
            <a:extLst>
              <a:ext uri="{FF2B5EF4-FFF2-40B4-BE49-F238E27FC236}">
                <a16:creationId xmlns:a16="http://schemas.microsoft.com/office/drawing/2014/main" id="{6C3D27E6-7D28-19A1-62D8-D78C39966624}"/>
              </a:ext>
            </a:extLst>
          </p:cNvPr>
          <p:cNvSpPr/>
          <p:nvPr/>
        </p:nvSpPr>
        <p:spPr>
          <a:xfrm>
            <a:off x="4387234" y="4893220"/>
            <a:ext cx="3491103" cy="2106342"/>
          </a:xfrm>
          <a:prstGeom prst="cloud">
            <a:avLst/>
          </a:prstGeom>
        </p:spPr>
        <p:style>
          <a:lnRef idx="2">
            <a:schemeClr val="accent1"/>
          </a:lnRef>
          <a:fillRef idx="1">
            <a:schemeClr val="lt1"/>
          </a:fillRef>
          <a:effectRef idx="0">
            <a:schemeClr val="accent1"/>
          </a:effectRef>
          <a:fontRef idx="minor">
            <a:schemeClr val="dk1"/>
          </a:fontRef>
        </p:style>
        <p:txBody>
          <a:bodyPr rtlCol="0" anchor="ctr"/>
          <a:lstStyle/>
          <a:p>
            <a:r>
              <a:rPr lang="en-IN" dirty="0"/>
              <a:t>          Frustration</a:t>
            </a:r>
          </a:p>
        </p:txBody>
      </p:sp>
      <p:sp>
        <p:nvSpPr>
          <p:cNvPr id="13" name="Cloud 12">
            <a:extLst>
              <a:ext uri="{FF2B5EF4-FFF2-40B4-BE49-F238E27FC236}">
                <a16:creationId xmlns:a16="http://schemas.microsoft.com/office/drawing/2014/main" id="{262341C2-BEC0-B882-AB1F-FD1018C38BB7}"/>
              </a:ext>
            </a:extLst>
          </p:cNvPr>
          <p:cNvSpPr/>
          <p:nvPr/>
        </p:nvSpPr>
        <p:spPr>
          <a:xfrm>
            <a:off x="9550644" y="2207172"/>
            <a:ext cx="2584643" cy="2364827"/>
          </a:xfrm>
          <a:prstGeom prst="cloud">
            <a:avLst/>
          </a:prstGeom>
        </p:spPr>
        <p:style>
          <a:lnRef idx="2">
            <a:schemeClr val="accent1"/>
          </a:lnRef>
          <a:fillRef idx="1">
            <a:schemeClr val="lt1"/>
          </a:fillRef>
          <a:effectRef idx="0">
            <a:schemeClr val="accent1"/>
          </a:effectRef>
          <a:fontRef idx="minor">
            <a:schemeClr val="dk1"/>
          </a:fontRef>
        </p:style>
        <p:txBody>
          <a:bodyPr rtlCol="0" anchor="ctr"/>
          <a:lstStyle/>
          <a:p>
            <a:r>
              <a:rPr lang="en-IN" dirty="0"/>
              <a:t>     Poor    performance</a:t>
            </a:r>
          </a:p>
        </p:txBody>
      </p:sp>
      <p:sp>
        <p:nvSpPr>
          <p:cNvPr id="14" name="Cloud 13">
            <a:extLst>
              <a:ext uri="{FF2B5EF4-FFF2-40B4-BE49-F238E27FC236}">
                <a16:creationId xmlns:a16="http://schemas.microsoft.com/office/drawing/2014/main" id="{1D99C30A-7F1B-62B4-3379-7B117EA34108}"/>
              </a:ext>
            </a:extLst>
          </p:cNvPr>
          <p:cNvSpPr/>
          <p:nvPr/>
        </p:nvSpPr>
        <p:spPr>
          <a:xfrm>
            <a:off x="4225159" y="0"/>
            <a:ext cx="3815255" cy="1876097"/>
          </a:xfrm>
          <a:prstGeom prst="cloud">
            <a:avLst/>
          </a:prstGeom>
        </p:spPr>
        <p:style>
          <a:lnRef idx="2">
            <a:schemeClr val="accent1"/>
          </a:lnRef>
          <a:fillRef idx="1">
            <a:schemeClr val="lt1"/>
          </a:fillRef>
          <a:effectRef idx="0">
            <a:schemeClr val="accent1"/>
          </a:effectRef>
          <a:fontRef idx="minor">
            <a:schemeClr val="dk1"/>
          </a:fontRef>
        </p:style>
        <p:txBody>
          <a:bodyPr rtlCol="0" anchor="ctr"/>
          <a:lstStyle/>
          <a:p>
            <a:r>
              <a:rPr lang="en-IN" sz="2400" dirty="0"/>
              <a:t>      Memory loss</a:t>
            </a:r>
          </a:p>
        </p:txBody>
      </p:sp>
      <p:pic>
        <p:nvPicPr>
          <p:cNvPr id="3" name="luvvoice.com-20260219-uAQsFj">
            <a:hlinkClick r:id="" action="ppaction://media"/>
            <a:extLst>
              <a:ext uri="{FF2B5EF4-FFF2-40B4-BE49-F238E27FC236}">
                <a16:creationId xmlns:a16="http://schemas.microsoft.com/office/drawing/2014/main" id="{C209F04D-0FB3-8C37-0F41-EA84B850918C}"/>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2360092" y="6370637"/>
            <a:ext cx="487363" cy="487363"/>
          </a:xfrm>
          <a:prstGeom prst="rect">
            <a:avLst/>
          </a:prstGeom>
        </p:spPr>
      </p:pic>
    </p:spTree>
    <p:extLst>
      <p:ext uri="{BB962C8B-B14F-4D97-AF65-F5344CB8AC3E}">
        <p14:creationId xmlns:p14="http://schemas.microsoft.com/office/powerpoint/2010/main" val="1706619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9008" fill="hold"/>
                                        <p:tgtEl>
                                          <p:spTgt spid="3"/>
                                        </p:tgtEl>
                                      </p:cBhvr>
                                    </p:cmd>
                                  </p:childTnLst>
                                </p:cTn>
                              </p:par>
                              <p:par>
                                <p:cTn id="7" presetID="42" presetClass="entr" presetSubtype="0" fill="hold" grpId="0" nodeType="withEffect">
                                  <p:stCondLst>
                                    <p:cond delay="2500"/>
                                  </p:stCondLst>
                                  <p:childTnLst>
                                    <p:set>
                                      <p:cBhvr>
                                        <p:cTn id="8" dur="1" fill="hold">
                                          <p:stCondLst>
                                            <p:cond delay="0"/>
                                          </p:stCondLst>
                                        </p:cTn>
                                        <p:tgtEl>
                                          <p:spTgt spid="2"/>
                                        </p:tgtEl>
                                        <p:attrNameLst>
                                          <p:attrName>style.visibility</p:attrName>
                                        </p:attrNameLst>
                                      </p:cBhvr>
                                      <p:to>
                                        <p:strVal val="visible"/>
                                      </p:to>
                                    </p:set>
                                    <p:animEffect transition="in" filter="fade">
                                      <p:cBhvr>
                                        <p:cTn id="9" dur="1000"/>
                                        <p:tgtEl>
                                          <p:spTgt spid="2"/>
                                        </p:tgtEl>
                                      </p:cBhvr>
                                    </p:animEffect>
                                    <p:anim calcmode="lin" valueType="num">
                                      <p:cBhvr>
                                        <p:cTn id="10" dur="1000" fill="hold"/>
                                        <p:tgtEl>
                                          <p:spTgt spid="2"/>
                                        </p:tgtEl>
                                        <p:attrNameLst>
                                          <p:attrName>ppt_x</p:attrName>
                                        </p:attrNameLst>
                                      </p:cBhvr>
                                      <p:tavLst>
                                        <p:tav tm="0">
                                          <p:val>
                                            <p:strVal val="#ppt_x"/>
                                          </p:val>
                                        </p:tav>
                                        <p:tav tm="100000">
                                          <p:val>
                                            <p:strVal val="#ppt_x"/>
                                          </p:val>
                                        </p:tav>
                                      </p:tavLst>
                                    </p:anim>
                                    <p:anim calcmode="lin" valueType="num">
                                      <p:cBhvr>
                                        <p:cTn id="11" dur="1000" fill="hold"/>
                                        <p:tgtEl>
                                          <p:spTgt spid="2"/>
                                        </p:tgtEl>
                                        <p:attrNameLst>
                                          <p:attrName>ppt_y</p:attrName>
                                        </p:attrNameLst>
                                      </p:cBhvr>
                                      <p:tavLst>
                                        <p:tav tm="0">
                                          <p:val>
                                            <p:strVal val="#ppt_y+.1"/>
                                          </p:val>
                                        </p:tav>
                                        <p:tav tm="100000">
                                          <p:val>
                                            <p:strVal val="#ppt_y"/>
                                          </p:val>
                                        </p:tav>
                                      </p:tavLst>
                                    </p:anim>
                                  </p:childTnLst>
                                </p:cTn>
                              </p:par>
                              <p:par>
                                <p:cTn id="12" presetID="10" presetClass="entr" presetSubtype="0" fill="hold" grpId="0" nodeType="withEffect">
                                  <p:stCondLst>
                                    <p:cond delay="560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childTnLst>
                                </p:cTn>
                              </p:par>
                              <p:par>
                                <p:cTn id="15" presetID="2" presetClass="entr" presetSubtype="4" fill="hold" grpId="0" nodeType="withEffect">
                                  <p:stCondLst>
                                    <p:cond delay="800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1000" fill="hold"/>
                                        <p:tgtEl>
                                          <p:spTgt spid="14"/>
                                        </p:tgtEl>
                                        <p:attrNameLst>
                                          <p:attrName>ppt_x</p:attrName>
                                        </p:attrNameLst>
                                      </p:cBhvr>
                                      <p:tavLst>
                                        <p:tav tm="0">
                                          <p:val>
                                            <p:strVal val="#ppt_x"/>
                                          </p:val>
                                        </p:tav>
                                        <p:tav tm="100000">
                                          <p:val>
                                            <p:strVal val="#ppt_x"/>
                                          </p:val>
                                        </p:tav>
                                      </p:tavLst>
                                    </p:anim>
                                    <p:anim calcmode="lin" valueType="num">
                                      <p:cBhvr additive="base">
                                        <p:cTn id="18" dur="1000" fill="hold"/>
                                        <p:tgtEl>
                                          <p:spTgt spid="14"/>
                                        </p:tgtEl>
                                        <p:attrNameLst>
                                          <p:attrName>ppt_y</p:attrName>
                                        </p:attrNameLst>
                                      </p:cBhvr>
                                      <p:tavLst>
                                        <p:tav tm="0">
                                          <p:val>
                                            <p:strVal val="1+#ppt_h/2"/>
                                          </p:val>
                                        </p:tav>
                                        <p:tav tm="100000">
                                          <p:val>
                                            <p:strVal val="#ppt_y"/>
                                          </p:val>
                                        </p:tav>
                                      </p:tavLst>
                                    </p:anim>
                                  </p:childTnLst>
                                </p:cTn>
                              </p:par>
                              <p:par>
                                <p:cTn id="19" presetID="10" presetClass="entr" presetSubtype="0" fill="hold" grpId="0" nodeType="withEffect">
                                  <p:stCondLst>
                                    <p:cond delay="800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childTnLst>
                                </p:cTn>
                              </p:par>
                              <p:par>
                                <p:cTn id="22" presetID="2" presetClass="entr" presetSubtype="4" fill="hold" grpId="0" nodeType="withEffect">
                                  <p:stCondLst>
                                    <p:cond delay="800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1000" fill="hold"/>
                                        <p:tgtEl>
                                          <p:spTgt spid="11"/>
                                        </p:tgtEl>
                                        <p:attrNameLst>
                                          <p:attrName>ppt_x</p:attrName>
                                        </p:attrNameLst>
                                      </p:cBhvr>
                                      <p:tavLst>
                                        <p:tav tm="0">
                                          <p:val>
                                            <p:strVal val="#ppt_x"/>
                                          </p:val>
                                        </p:tav>
                                        <p:tav tm="100000">
                                          <p:val>
                                            <p:strVal val="#ppt_x"/>
                                          </p:val>
                                        </p:tav>
                                      </p:tavLst>
                                    </p:anim>
                                    <p:anim calcmode="lin" valueType="num">
                                      <p:cBhvr additive="base">
                                        <p:cTn id="25" dur="1000" fill="hold"/>
                                        <p:tgtEl>
                                          <p:spTgt spid="11"/>
                                        </p:tgtEl>
                                        <p:attrNameLst>
                                          <p:attrName>ppt_y</p:attrName>
                                        </p:attrNameLst>
                                      </p:cBhvr>
                                      <p:tavLst>
                                        <p:tav tm="0">
                                          <p:val>
                                            <p:strVal val="1+#ppt_h/2"/>
                                          </p:val>
                                        </p:tav>
                                        <p:tav tm="100000">
                                          <p:val>
                                            <p:strVal val="#ppt_y"/>
                                          </p:val>
                                        </p:tav>
                                      </p:tavLst>
                                    </p:anim>
                                  </p:childTnLst>
                                </p:cTn>
                              </p:par>
                              <p:par>
                                <p:cTn id="26" presetID="10" presetClass="entr" presetSubtype="0" fill="hold" grpId="0" nodeType="withEffect">
                                  <p:stCondLst>
                                    <p:cond delay="857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childTnLst>
                                </p:cTn>
                              </p:par>
                              <p:par>
                                <p:cTn id="29" presetID="2" presetClass="entr" presetSubtype="4" fill="hold" grpId="0" nodeType="withEffect">
                                  <p:stCondLst>
                                    <p:cond delay="1100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1000" fill="hold"/>
                                        <p:tgtEl>
                                          <p:spTgt spid="13"/>
                                        </p:tgtEl>
                                        <p:attrNameLst>
                                          <p:attrName>ppt_x</p:attrName>
                                        </p:attrNameLst>
                                      </p:cBhvr>
                                      <p:tavLst>
                                        <p:tav tm="0">
                                          <p:val>
                                            <p:strVal val="#ppt_x"/>
                                          </p:val>
                                        </p:tav>
                                        <p:tav tm="100000">
                                          <p:val>
                                            <p:strVal val="#ppt_x"/>
                                          </p:val>
                                        </p:tav>
                                      </p:tavLst>
                                    </p:anim>
                                    <p:anim calcmode="lin" valueType="num">
                                      <p:cBhvr additive="base">
                                        <p:cTn id="32" dur="1000" fill="hold"/>
                                        <p:tgtEl>
                                          <p:spTgt spid="13"/>
                                        </p:tgtEl>
                                        <p:attrNameLst>
                                          <p:attrName>ppt_y</p:attrName>
                                        </p:attrNameLst>
                                      </p:cBhvr>
                                      <p:tavLst>
                                        <p:tav tm="0">
                                          <p:val>
                                            <p:strVal val="1+#ppt_h/2"/>
                                          </p:val>
                                        </p:tav>
                                        <p:tav tm="100000">
                                          <p:val>
                                            <p:strVal val="#ppt_y"/>
                                          </p:val>
                                        </p:tav>
                                      </p:tavLst>
                                    </p:anim>
                                  </p:childTnLst>
                                </p:cTn>
                              </p:par>
                              <p:par>
                                <p:cTn id="33" presetID="10" presetClass="entr" presetSubtype="0" fill="hold" grpId="0" nodeType="withEffect">
                                  <p:stCondLst>
                                    <p:cond delay="1200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childTnLst>
                                </p:cTn>
                              </p:par>
                              <p:par>
                                <p:cTn id="36" presetID="2" presetClass="entr" presetSubtype="4" fill="hold" grpId="0" nodeType="withEffect">
                                  <p:stCondLst>
                                    <p:cond delay="1330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1000" fill="hold"/>
                                        <p:tgtEl>
                                          <p:spTgt spid="12"/>
                                        </p:tgtEl>
                                        <p:attrNameLst>
                                          <p:attrName>ppt_x</p:attrName>
                                        </p:attrNameLst>
                                      </p:cBhvr>
                                      <p:tavLst>
                                        <p:tav tm="0">
                                          <p:val>
                                            <p:strVal val="#ppt_x"/>
                                          </p:val>
                                        </p:tav>
                                        <p:tav tm="100000">
                                          <p:val>
                                            <p:strVal val="#ppt_x"/>
                                          </p:val>
                                        </p:tav>
                                      </p:tavLst>
                                    </p:anim>
                                    <p:anim calcmode="lin" valueType="num">
                                      <p:cBhvr additive="base">
                                        <p:cTn id="39" dur="10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p:cTn id="40" fill="hold" display="0">
                  <p:stCondLst>
                    <p:cond delay="indefinite"/>
                  </p:stCondLst>
                  <p:endCondLst>
                    <p:cond evt="onStopAudio" delay="0">
                      <p:tgtEl>
                        <p:sldTgt/>
                      </p:tgtEl>
                    </p:cond>
                  </p:endCondLst>
                </p:cTn>
                <p:tgtEl>
                  <p:spTgt spid="3"/>
                </p:tgtEl>
              </p:cMediaNode>
            </p:audio>
          </p:childTnLst>
        </p:cTn>
      </p:par>
    </p:tnLst>
    <p:bldLst>
      <p:bldP spid="2" grpId="0"/>
      <p:bldP spid="6" grpId="0" animBg="1"/>
      <p:bldP spid="7" grpId="0" animBg="1"/>
      <p:bldP spid="8" grpId="0" animBg="1"/>
      <p:bldP spid="9" grpId="0" animBg="1"/>
      <p:bldP spid="11" grpId="0" animBg="1"/>
      <p:bldP spid="12" grpId="0" animBg="1"/>
      <p:bldP spid="13" grpId="0" animBg="1"/>
      <p:bldP spid="1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A90C11B-6C61-9A37-D19C-565CEDA913E5}"/>
              </a:ext>
            </a:extLst>
          </p:cNvPr>
          <p:cNvPicPr>
            <a:picLocks noChangeAspect="1"/>
          </p:cNvPicPr>
          <p:nvPr/>
        </p:nvPicPr>
        <p:blipFill rotWithShape="1">
          <a:blip r:embed="rId2">
            <a:extLst>
              <a:ext uri="{28A0092B-C50C-407E-A947-70E740481C1C}">
                <a14:useLocalDpi xmlns:a14="http://schemas.microsoft.com/office/drawing/2010/main" val="0"/>
              </a:ext>
            </a:extLst>
          </a:blip>
          <a:srcRect l="2523" t="21613" r="2369" b="16451"/>
          <a:stretch/>
        </p:blipFill>
        <p:spPr>
          <a:xfrm>
            <a:off x="9792928" y="29496"/>
            <a:ext cx="2384323" cy="691109"/>
          </a:xfrm>
          <a:prstGeom prst="rect">
            <a:avLst/>
          </a:prstGeom>
        </p:spPr>
      </p:pic>
      <p:sp>
        <p:nvSpPr>
          <p:cNvPr id="10" name="Rectangle 9">
            <a:extLst>
              <a:ext uri="{FF2B5EF4-FFF2-40B4-BE49-F238E27FC236}">
                <a16:creationId xmlns:a16="http://schemas.microsoft.com/office/drawing/2014/main" id="{88A33ADB-F3CE-C565-8FFF-C70812053B93}"/>
              </a:ext>
            </a:extLst>
          </p:cNvPr>
          <p:cNvSpPr/>
          <p:nvPr/>
        </p:nvSpPr>
        <p:spPr>
          <a:xfrm>
            <a:off x="0" y="6379029"/>
            <a:ext cx="12177251" cy="478971"/>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atin typeface="Times New Roman" panose="02020603050405020304" pitchFamily="18" charset="0"/>
                <a:cs typeface="Times New Roman" panose="02020603050405020304" pitchFamily="18" charset="0"/>
              </a:rPr>
              <a:t>Department of CSE                                                                                                                                UI/UX Design</a:t>
            </a:r>
            <a:endParaRPr lang="en-IN" sz="2000" dirty="0">
              <a:latin typeface="Times New Roman" panose="02020603050405020304" pitchFamily="18" charset="0"/>
              <a:cs typeface="Times New Roman" panose="02020603050405020304" pitchFamily="18" charset="0"/>
            </a:endParaRPr>
          </a:p>
        </p:txBody>
      </p:sp>
      <p:pic>
        <p:nvPicPr>
          <p:cNvPr id="3076" name="Picture 4" descr="The holidays can place extra demands on the brain. Busy schedules, constant  stimulation, and less rest can lead to cognitive overload. If you are  feeling mentally overwhelmed, small adjustments like taking breaks,">
            <a:extLst>
              <a:ext uri="{FF2B5EF4-FFF2-40B4-BE49-F238E27FC236}">
                <a16:creationId xmlns:a16="http://schemas.microsoft.com/office/drawing/2014/main" id="{9671EC34-42CE-2AC3-133B-8B2BCD1F30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1960" y="2066272"/>
            <a:ext cx="5238192" cy="3118376"/>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CBB4B4CF-47A6-C256-38C4-B0F282E181EF}"/>
              </a:ext>
            </a:extLst>
          </p:cNvPr>
          <p:cNvSpPr txBox="1"/>
          <p:nvPr/>
        </p:nvSpPr>
        <p:spPr>
          <a:xfrm>
            <a:off x="1006678" y="551219"/>
            <a:ext cx="9538281" cy="2185214"/>
          </a:xfrm>
          <a:prstGeom prst="rect">
            <a:avLst/>
          </a:prstGeom>
          <a:noFill/>
        </p:spPr>
        <p:txBody>
          <a:bodyPr wrap="square">
            <a:spAutoFit/>
          </a:bodyPr>
          <a:lstStyle/>
          <a:p>
            <a:r>
              <a:rPr lang="en-IN" dirty="0"/>
              <a:t> </a:t>
            </a:r>
            <a:r>
              <a:rPr lang="en-IN" sz="2800" dirty="0"/>
              <a:t>Signs of Cognitive Overload</a:t>
            </a:r>
            <a:r>
              <a:rPr lang="en-IN" dirty="0"/>
              <a:t>:</a:t>
            </a:r>
          </a:p>
          <a:p>
            <a:endParaRPr lang="en-IN" dirty="0"/>
          </a:p>
          <a:p>
            <a:pPr marL="285750" indent="-285750">
              <a:buFont typeface="Arial" panose="020B0604020202020204" pitchFamily="34" charset="0"/>
              <a:buChar char="•"/>
            </a:pPr>
            <a:r>
              <a:rPr lang="en-IN" dirty="0"/>
              <a:t>Difficulty in concentrating or remembering</a:t>
            </a:r>
          </a:p>
          <a:p>
            <a:pPr marL="285750" indent="-285750">
              <a:buFont typeface="Arial" panose="020B0604020202020204" pitchFamily="34" charset="0"/>
              <a:buChar char="•"/>
            </a:pPr>
            <a:r>
              <a:rPr lang="en-IN" dirty="0"/>
              <a:t>Mental fatigue or irritability</a:t>
            </a:r>
          </a:p>
          <a:p>
            <a:pPr marL="285750" indent="-285750">
              <a:buFont typeface="Arial" panose="020B0604020202020204" pitchFamily="34" charset="0"/>
              <a:buChar char="•"/>
            </a:pPr>
            <a:r>
              <a:rPr lang="en-IN" dirty="0"/>
              <a:t>Headaches or poor sleep</a:t>
            </a:r>
          </a:p>
          <a:p>
            <a:pPr marL="285750" indent="-285750">
              <a:buFont typeface="Arial" panose="020B0604020202020204" pitchFamily="34" charset="0"/>
              <a:buChar char="•"/>
            </a:pPr>
            <a:r>
              <a:rPr lang="en-IN" dirty="0"/>
              <a:t>Sensitivity to noise or light</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3871516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barn(inVertical)">
                                      <p:cBhvr>
                                        <p:cTn id="7" dur="500"/>
                                        <p:tgtEl>
                                          <p:spTgt spid="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2">
                                            <p:txEl>
                                              <p:pRg st="2" end="2"/>
                                            </p:txEl>
                                          </p:spTgt>
                                        </p:tgtEl>
                                        <p:attrNameLst>
                                          <p:attrName>style.visibility</p:attrName>
                                        </p:attrNameLst>
                                      </p:cBhvr>
                                      <p:to>
                                        <p:strVal val="visible"/>
                                      </p:to>
                                    </p:set>
                                    <p:animEffect transition="in" filter="barn(inVertical)">
                                      <p:cBhvr>
                                        <p:cTn id="12" dur="500"/>
                                        <p:tgtEl>
                                          <p:spTgt spid="2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2">
                                            <p:txEl>
                                              <p:pRg st="3" end="3"/>
                                            </p:txEl>
                                          </p:spTgt>
                                        </p:tgtEl>
                                        <p:attrNameLst>
                                          <p:attrName>style.visibility</p:attrName>
                                        </p:attrNameLst>
                                      </p:cBhvr>
                                      <p:to>
                                        <p:strVal val="visible"/>
                                      </p:to>
                                    </p:set>
                                    <p:animEffect transition="in" filter="barn(inVertical)">
                                      <p:cBhvr>
                                        <p:cTn id="17" dur="500"/>
                                        <p:tgtEl>
                                          <p:spTgt spid="2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22">
                                            <p:txEl>
                                              <p:pRg st="4" end="4"/>
                                            </p:txEl>
                                          </p:spTgt>
                                        </p:tgtEl>
                                        <p:attrNameLst>
                                          <p:attrName>style.visibility</p:attrName>
                                        </p:attrNameLst>
                                      </p:cBhvr>
                                      <p:to>
                                        <p:strVal val="visible"/>
                                      </p:to>
                                    </p:set>
                                    <p:animEffect transition="in" filter="barn(inVertical)">
                                      <p:cBhvr>
                                        <p:cTn id="22" dur="500"/>
                                        <p:tgtEl>
                                          <p:spTgt spid="2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22">
                                            <p:txEl>
                                              <p:pRg st="5" end="5"/>
                                            </p:txEl>
                                          </p:spTgt>
                                        </p:tgtEl>
                                        <p:attrNameLst>
                                          <p:attrName>style.visibility</p:attrName>
                                        </p:attrNameLst>
                                      </p:cBhvr>
                                      <p:to>
                                        <p:strVal val="visible"/>
                                      </p:to>
                                    </p:set>
                                    <p:animEffect transition="in" filter="barn(inVertical)">
                                      <p:cBhvr>
                                        <p:cTn id="27" dur="500"/>
                                        <p:tgtEl>
                                          <p:spTgt spid="2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nodeType="clickEffect">
                                  <p:stCondLst>
                                    <p:cond delay="0"/>
                                  </p:stCondLst>
                                  <p:childTnLst>
                                    <p:set>
                                      <p:cBhvr>
                                        <p:cTn id="31" dur="1" fill="hold">
                                          <p:stCondLst>
                                            <p:cond delay="0"/>
                                          </p:stCondLst>
                                        </p:cTn>
                                        <p:tgtEl>
                                          <p:spTgt spid="3076"/>
                                        </p:tgtEl>
                                        <p:attrNameLst>
                                          <p:attrName>style.visibility</p:attrName>
                                        </p:attrNameLst>
                                      </p:cBhvr>
                                      <p:to>
                                        <p:strVal val="visible"/>
                                      </p:to>
                                    </p:set>
                                    <p:animEffect transition="in" filter="wheel(1)">
                                      <p:cBhvr>
                                        <p:cTn id="32" dur="2000"/>
                                        <p:tgtEl>
                                          <p:spTgt spid="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E9359C-13DD-C176-42BD-B403322E981F}"/>
              </a:ext>
            </a:extLst>
          </p:cNvPr>
          <p:cNvSpPr>
            <a:spLocks noGrp="1"/>
          </p:cNvSpPr>
          <p:nvPr>
            <p:ph idx="1"/>
          </p:nvPr>
        </p:nvSpPr>
        <p:spPr>
          <a:xfrm>
            <a:off x="838200" y="1825625"/>
            <a:ext cx="4760152" cy="4351338"/>
          </a:xfrm>
        </p:spPr>
        <p:txBody>
          <a:bodyPr/>
          <a:lstStyle/>
          <a:p>
            <a:pPr marL="0" indent="0">
              <a:buNone/>
            </a:pPr>
            <a:endParaRPr lang="en-IN" dirty="0">
              <a:latin typeface="Times New Roman" panose="02020603050405020304" pitchFamily="18" charset="0"/>
              <a:cs typeface="Times New Roman" panose="02020603050405020304" pitchFamily="18" charset="0"/>
            </a:endParaRPr>
          </a:p>
          <a:p>
            <a:endParaRPr lang="en-IN" dirty="0"/>
          </a:p>
        </p:txBody>
      </p:sp>
      <p:pic>
        <p:nvPicPr>
          <p:cNvPr id="14" name="Picture 13">
            <a:extLst>
              <a:ext uri="{FF2B5EF4-FFF2-40B4-BE49-F238E27FC236}">
                <a16:creationId xmlns:a16="http://schemas.microsoft.com/office/drawing/2014/main" id="{298B25FF-76A1-1BA0-0EA4-67B868E6C1C3}"/>
              </a:ext>
            </a:extLst>
          </p:cNvPr>
          <p:cNvPicPr>
            <a:picLocks noChangeAspect="1"/>
          </p:cNvPicPr>
          <p:nvPr/>
        </p:nvPicPr>
        <p:blipFill rotWithShape="1">
          <a:blip r:embed="rId2">
            <a:extLst>
              <a:ext uri="{28A0092B-C50C-407E-A947-70E740481C1C}">
                <a14:useLocalDpi xmlns:a14="http://schemas.microsoft.com/office/drawing/2010/main" val="0"/>
              </a:ext>
            </a:extLst>
          </a:blip>
          <a:srcRect l="2523" t="21613" r="2369" b="16451"/>
          <a:stretch/>
        </p:blipFill>
        <p:spPr>
          <a:xfrm>
            <a:off x="9792928" y="29496"/>
            <a:ext cx="2384323" cy="691109"/>
          </a:xfrm>
          <a:prstGeom prst="rect">
            <a:avLst/>
          </a:prstGeom>
        </p:spPr>
      </p:pic>
      <p:sp>
        <p:nvSpPr>
          <p:cNvPr id="15" name="Rectangle 14">
            <a:extLst>
              <a:ext uri="{FF2B5EF4-FFF2-40B4-BE49-F238E27FC236}">
                <a16:creationId xmlns:a16="http://schemas.microsoft.com/office/drawing/2014/main" id="{6EF2DF82-5705-E874-7EDC-41F38AE2DA67}"/>
              </a:ext>
            </a:extLst>
          </p:cNvPr>
          <p:cNvSpPr/>
          <p:nvPr/>
        </p:nvSpPr>
        <p:spPr>
          <a:xfrm>
            <a:off x="0" y="6379029"/>
            <a:ext cx="12177251" cy="478971"/>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atin typeface="Times New Roman" panose="02020603050405020304" pitchFamily="18" charset="0"/>
                <a:cs typeface="Times New Roman" panose="02020603050405020304" pitchFamily="18" charset="0"/>
              </a:rPr>
              <a:t>Department of CSE                                                                                                                                UI/UX Design</a:t>
            </a:r>
            <a:endParaRPr lang="en-IN" sz="20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3E39F402-6FD3-7170-1D97-0E859CE30FBD}"/>
              </a:ext>
            </a:extLst>
          </p:cNvPr>
          <p:cNvSpPr txBox="1"/>
          <p:nvPr/>
        </p:nvSpPr>
        <p:spPr>
          <a:xfrm>
            <a:off x="729842" y="893319"/>
            <a:ext cx="10805020" cy="923330"/>
          </a:xfrm>
          <a:prstGeom prst="rect">
            <a:avLst/>
          </a:prstGeom>
          <a:noFill/>
        </p:spPr>
        <p:txBody>
          <a:bodyPr wrap="square">
            <a:spAutoFit/>
          </a:bodyPr>
          <a:lstStyle/>
          <a:p>
            <a:r>
              <a:rPr lang="en-IN" sz="5400" dirty="0"/>
              <a:t>What is Reducing Cognitive Load?</a:t>
            </a:r>
          </a:p>
        </p:txBody>
      </p:sp>
      <p:sp>
        <p:nvSpPr>
          <p:cNvPr id="17" name="TextBox 16">
            <a:extLst>
              <a:ext uri="{FF2B5EF4-FFF2-40B4-BE49-F238E27FC236}">
                <a16:creationId xmlns:a16="http://schemas.microsoft.com/office/drawing/2014/main" id="{1A5A14F5-FF56-5AB2-0435-046BCF69E1AA}"/>
              </a:ext>
            </a:extLst>
          </p:cNvPr>
          <p:cNvSpPr txBox="1"/>
          <p:nvPr/>
        </p:nvSpPr>
        <p:spPr>
          <a:xfrm>
            <a:off x="996193" y="1928954"/>
            <a:ext cx="6388216" cy="1754326"/>
          </a:xfrm>
          <a:prstGeom prst="rect">
            <a:avLst/>
          </a:prstGeom>
          <a:noFill/>
        </p:spPr>
        <p:txBody>
          <a:bodyPr wrap="square">
            <a:spAutoFit/>
          </a:bodyPr>
          <a:lstStyle/>
          <a:p>
            <a:r>
              <a:rPr lang="en-US" dirty="0"/>
              <a:t>Reducing cognitive load means presenting information in a simple and clear way for easy understanding</a:t>
            </a:r>
            <a:endParaRPr lang="en-US" sz="4800" dirty="0"/>
          </a:p>
          <a:p>
            <a:pPr marL="285750" indent="-285750">
              <a:buFont typeface="Arial" panose="020B0604020202020204" pitchFamily="34" charset="0"/>
              <a:buChar char="•"/>
            </a:pPr>
            <a:r>
              <a:rPr lang="en-US" dirty="0"/>
              <a:t>easy understanding.</a:t>
            </a:r>
          </a:p>
          <a:p>
            <a:pPr marL="285750" indent="-285750">
              <a:buFont typeface="Arial" panose="020B0604020202020204" pitchFamily="34" charset="0"/>
              <a:buChar char="•"/>
            </a:pPr>
            <a:r>
              <a:rPr lang="en-US" dirty="0"/>
              <a:t>Make learning easy</a:t>
            </a:r>
          </a:p>
          <a:p>
            <a:pPr marL="285750" indent="-285750">
              <a:buFont typeface="Arial" panose="020B0604020202020204" pitchFamily="34" charset="0"/>
              <a:buChar char="•"/>
            </a:pPr>
            <a:r>
              <a:rPr lang="en-US" dirty="0"/>
              <a:t>Improve memory</a:t>
            </a:r>
          </a:p>
          <a:p>
            <a:pPr marL="285750" indent="-285750">
              <a:buFont typeface="Arial" panose="020B0604020202020204" pitchFamily="34" charset="0"/>
              <a:buChar char="•"/>
            </a:pPr>
            <a:r>
              <a:rPr lang="en-US" dirty="0"/>
              <a:t>Increase focus</a:t>
            </a:r>
            <a:endParaRPr lang="en-IN" dirty="0"/>
          </a:p>
        </p:txBody>
      </p:sp>
      <p:pic>
        <p:nvPicPr>
          <p:cNvPr id="4100" name="Picture 4" descr="10,800+ Boy Thinking Stock Illustrations, Royalty-Free Vector Graphics &amp;  Clip Art - iStock | Asian boy thinking, Teenager boy thinking, Boy thinking  isolated">
            <a:extLst>
              <a:ext uri="{FF2B5EF4-FFF2-40B4-BE49-F238E27FC236}">
                <a16:creationId xmlns:a16="http://schemas.microsoft.com/office/drawing/2014/main" id="{AEDE0AEB-E418-20AD-745E-EDF4906E5F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4658" y="1928954"/>
            <a:ext cx="3206167" cy="3206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6137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nodePh="1">
                                  <p:stCondLst>
                                    <p:cond delay="400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5" presetClass="entr" presetSubtype="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2000"/>
                                        <p:tgtEl>
                                          <p:spTgt spid="11">
                                            <p:txEl>
                                              <p:pRg st="0" end="0"/>
                                            </p:txEl>
                                          </p:spTgt>
                                        </p:tgtEl>
                                      </p:cBhvr>
                                    </p:animEffect>
                                    <p:anim calcmode="lin" valueType="num">
                                      <p:cBhvr>
                                        <p:cTn id="13" dur="2000" fill="hold"/>
                                        <p:tgtEl>
                                          <p:spTgt spid="11">
                                            <p:txEl>
                                              <p:pRg st="0" end="0"/>
                                            </p:txEl>
                                          </p:spTgt>
                                        </p:tgtEl>
                                        <p:attrNameLst>
                                          <p:attrName>ppt_w</p:attrName>
                                        </p:attrNameLst>
                                      </p:cBhvr>
                                      <p:tavLst>
                                        <p:tav tm="0" fmla="#ppt_w*sin(2.5*pi*$)">
                                          <p:val>
                                            <p:fltVal val="0"/>
                                          </p:val>
                                        </p:tav>
                                        <p:tav tm="100000">
                                          <p:val>
                                            <p:fltVal val="1"/>
                                          </p:val>
                                        </p:tav>
                                      </p:tavLst>
                                    </p:anim>
                                    <p:anim calcmode="lin" valueType="num">
                                      <p:cBhvr>
                                        <p:cTn id="14" dur="2000" fill="hold"/>
                                        <p:tgtEl>
                                          <p:spTgt spid="11">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nodeType="clickEffect">
                                  <p:stCondLst>
                                    <p:cond delay="0"/>
                                  </p:stCondLst>
                                  <p:childTnLst>
                                    <p:set>
                                      <p:cBhvr>
                                        <p:cTn id="18" dur="1" fill="hold">
                                          <p:stCondLst>
                                            <p:cond delay="0"/>
                                          </p:stCondLst>
                                        </p:cTn>
                                        <p:tgtEl>
                                          <p:spTgt spid="17">
                                            <p:txEl>
                                              <p:pRg st="0" end="0"/>
                                            </p:txEl>
                                          </p:spTgt>
                                        </p:tgtEl>
                                        <p:attrNameLst>
                                          <p:attrName>style.visibility</p:attrName>
                                        </p:attrNameLst>
                                      </p:cBhvr>
                                      <p:to>
                                        <p:strVal val="visible"/>
                                      </p:to>
                                    </p:set>
                                    <p:anim calcmode="lin" valueType="num">
                                      <p:cBhvr>
                                        <p:cTn id="19" dur="10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20" dur="1000" fill="hold"/>
                                        <p:tgtEl>
                                          <p:spTgt spid="17">
                                            <p:txEl>
                                              <p:pRg st="0" end="0"/>
                                            </p:txEl>
                                          </p:spTgt>
                                        </p:tgtEl>
                                        <p:attrNameLst>
                                          <p:attrName>ppt_h</p:attrName>
                                        </p:attrNameLst>
                                      </p:cBhvr>
                                      <p:tavLst>
                                        <p:tav tm="0">
                                          <p:val>
                                            <p:fltVal val="0"/>
                                          </p:val>
                                        </p:tav>
                                        <p:tav tm="100000">
                                          <p:val>
                                            <p:strVal val="#ppt_h"/>
                                          </p:val>
                                        </p:tav>
                                      </p:tavLst>
                                    </p:anim>
                                    <p:anim calcmode="lin" valueType="num">
                                      <p:cBhvr>
                                        <p:cTn id="21" dur="1000" fill="hold"/>
                                        <p:tgtEl>
                                          <p:spTgt spid="17">
                                            <p:txEl>
                                              <p:pRg st="0" end="0"/>
                                            </p:txEl>
                                          </p:spTgt>
                                        </p:tgtEl>
                                        <p:attrNameLst>
                                          <p:attrName>style.rotation</p:attrName>
                                        </p:attrNameLst>
                                      </p:cBhvr>
                                      <p:tavLst>
                                        <p:tav tm="0">
                                          <p:val>
                                            <p:fltVal val="90"/>
                                          </p:val>
                                        </p:tav>
                                        <p:tav tm="100000">
                                          <p:val>
                                            <p:fltVal val="0"/>
                                          </p:val>
                                        </p:tav>
                                      </p:tavLst>
                                    </p:anim>
                                    <p:animEffect transition="in" filter="fade">
                                      <p:cBhvr>
                                        <p:cTn id="22" dur="1000"/>
                                        <p:tgtEl>
                                          <p:spTgt spid="1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nodeType="clickEffect">
                                  <p:stCondLst>
                                    <p:cond delay="0"/>
                                  </p:stCondLst>
                                  <p:childTnLst>
                                    <p:set>
                                      <p:cBhvr>
                                        <p:cTn id="26" dur="1" fill="hold">
                                          <p:stCondLst>
                                            <p:cond delay="0"/>
                                          </p:stCondLst>
                                        </p:cTn>
                                        <p:tgtEl>
                                          <p:spTgt spid="17">
                                            <p:txEl>
                                              <p:pRg st="1" end="1"/>
                                            </p:txEl>
                                          </p:spTgt>
                                        </p:tgtEl>
                                        <p:attrNameLst>
                                          <p:attrName>style.visibility</p:attrName>
                                        </p:attrNameLst>
                                      </p:cBhvr>
                                      <p:to>
                                        <p:strVal val="visible"/>
                                      </p:to>
                                    </p:set>
                                    <p:anim calcmode="lin" valueType="num">
                                      <p:cBhvr>
                                        <p:cTn id="27" dur="1000" fill="hold"/>
                                        <p:tgtEl>
                                          <p:spTgt spid="17">
                                            <p:txEl>
                                              <p:pRg st="1" end="1"/>
                                            </p:txEl>
                                          </p:spTgt>
                                        </p:tgtEl>
                                        <p:attrNameLst>
                                          <p:attrName>ppt_w</p:attrName>
                                        </p:attrNameLst>
                                      </p:cBhvr>
                                      <p:tavLst>
                                        <p:tav tm="0">
                                          <p:val>
                                            <p:fltVal val="0"/>
                                          </p:val>
                                        </p:tav>
                                        <p:tav tm="100000">
                                          <p:val>
                                            <p:strVal val="#ppt_w"/>
                                          </p:val>
                                        </p:tav>
                                      </p:tavLst>
                                    </p:anim>
                                    <p:anim calcmode="lin" valueType="num">
                                      <p:cBhvr>
                                        <p:cTn id="28" dur="1000" fill="hold"/>
                                        <p:tgtEl>
                                          <p:spTgt spid="17">
                                            <p:txEl>
                                              <p:pRg st="1" end="1"/>
                                            </p:txEl>
                                          </p:spTgt>
                                        </p:tgtEl>
                                        <p:attrNameLst>
                                          <p:attrName>ppt_h</p:attrName>
                                        </p:attrNameLst>
                                      </p:cBhvr>
                                      <p:tavLst>
                                        <p:tav tm="0">
                                          <p:val>
                                            <p:fltVal val="0"/>
                                          </p:val>
                                        </p:tav>
                                        <p:tav tm="100000">
                                          <p:val>
                                            <p:strVal val="#ppt_h"/>
                                          </p:val>
                                        </p:tav>
                                      </p:tavLst>
                                    </p:anim>
                                    <p:anim calcmode="lin" valueType="num">
                                      <p:cBhvr>
                                        <p:cTn id="29" dur="1000" fill="hold"/>
                                        <p:tgtEl>
                                          <p:spTgt spid="17">
                                            <p:txEl>
                                              <p:pRg st="1" end="1"/>
                                            </p:txEl>
                                          </p:spTgt>
                                        </p:tgtEl>
                                        <p:attrNameLst>
                                          <p:attrName>style.rotation</p:attrName>
                                        </p:attrNameLst>
                                      </p:cBhvr>
                                      <p:tavLst>
                                        <p:tav tm="0">
                                          <p:val>
                                            <p:fltVal val="90"/>
                                          </p:val>
                                        </p:tav>
                                        <p:tav tm="100000">
                                          <p:val>
                                            <p:fltVal val="0"/>
                                          </p:val>
                                        </p:tav>
                                      </p:tavLst>
                                    </p:anim>
                                    <p:animEffect transition="in" filter="fade">
                                      <p:cBhvr>
                                        <p:cTn id="30" dur="1000"/>
                                        <p:tgtEl>
                                          <p:spTgt spid="17">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nodeType="clickEffect">
                                  <p:stCondLst>
                                    <p:cond delay="0"/>
                                  </p:stCondLst>
                                  <p:childTnLst>
                                    <p:set>
                                      <p:cBhvr>
                                        <p:cTn id="34" dur="1" fill="hold">
                                          <p:stCondLst>
                                            <p:cond delay="0"/>
                                          </p:stCondLst>
                                        </p:cTn>
                                        <p:tgtEl>
                                          <p:spTgt spid="17">
                                            <p:txEl>
                                              <p:pRg st="2" end="2"/>
                                            </p:txEl>
                                          </p:spTgt>
                                        </p:tgtEl>
                                        <p:attrNameLst>
                                          <p:attrName>style.visibility</p:attrName>
                                        </p:attrNameLst>
                                      </p:cBhvr>
                                      <p:to>
                                        <p:strVal val="visible"/>
                                      </p:to>
                                    </p:set>
                                    <p:anim calcmode="lin" valueType="num">
                                      <p:cBhvr>
                                        <p:cTn id="35" dur="1000" fill="hold"/>
                                        <p:tgtEl>
                                          <p:spTgt spid="17">
                                            <p:txEl>
                                              <p:pRg st="2" end="2"/>
                                            </p:txEl>
                                          </p:spTgt>
                                        </p:tgtEl>
                                        <p:attrNameLst>
                                          <p:attrName>ppt_w</p:attrName>
                                        </p:attrNameLst>
                                      </p:cBhvr>
                                      <p:tavLst>
                                        <p:tav tm="0">
                                          <p:val>
                                            <p:fltVal val="0"/>
                                          </p:val>
                                        </p:tav>
                                        <p:tav tm="100000">
                                          <p:val>
                                            <p:strVal val="#ppt_w"/>
                                          </p:val>
                                        </p:tav>
                                      </p:tavLst>
                                    </p:anim>
                                    <p:anim calcmode="lin" valueType="num">
                                      <p:cBhvr>
                                        <p:cTn id="36" dur="1000" fill="hold"/>
                                        <p:tgtEl>
                                          <p:spTgt spid="17">
                                            <p:txEl>
                                              <p:pRg st="2" end="2"/>
                                            </p:txEl>
                                          </p:spTgt>
                                        </p:tgtEl>
                                        <p:attrNameLst>
                                          <p:attrName>ppt_h</p:attrName>
                                        </p:attrNameLst>
                                      </p:cBhvr>
                                      <p:tavLst>
                                        <p:tav tm="0">
                                          <p:val>
                                            <p:fltVal val="0"/>
                                          </p:val>
                                        </p:tav>
                                        <p:tav tm="100000">
                                          <p:val>
                                            <p:strVal val="#ppt_h"/>
                                          </p:val>
                                        </p:tav>
                                      </p:tavLst>
                                    </p:anim>
                                    <p:anim calcmode="lin" valueType="num">
                                      <p:cBhvr>
                                        <p:cTn id="37" dur="1000" fill="hold"/>
                                        <p:tgtEl>
                                          <p:spTgt spid="17">
                                            <p:txEl>
                                              <p:pRg st="2" end="2"/>
                                            </p:txEl>
                                          </p:spTgt>
                                        </p:tgtEl>
                                        <p:attrNameLst>
                                          <p:attrName>style.rotation</p:attrName>
                                        </p:attrNameLst>
                                      </p:cBhvr>
                                      <p:tavLst>
                                        <p:tav tm="0">
                                          <p:val>
                                            <p:fltVal val="90"/>
                                          </p:val>
                                        </p:tav>
                                        <p:tav tm="100000">
                                          <p:val>
                                            <p:fltVal val="0"/>
                                          </p:val>
                                        </p:tav>
                                      </p:tavLst>
                                    </p:anim>
                                    <p:animEffect transition="in" filter="fade">
                                      <p:cBhvr>
                                        <p:cTn id="38" dur="1000"/>
                                        <p:tgtEl>
                                          <p:spTgt spid="17">
                                            <p:txEl>
                                              <p:pRg st="2" end="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nodeType="clickEffect">
                                  <p:stCondLst>
                                    <p:cond delay="0"/>
                                  </p:stCondLst>
                                  <p:childTnLst>
                                    <p:set>
                                      <p:cBhvr>
                                        <p:cTn id="42" dur="1" fill="hold">
                                          <p:stCondLst>
                                            <p:cond delay="0"/>
                                          </p:stCondLst>
                                        </p:cTn>
                                        <p:tgtEl>
                                          <p:spTgt spid="17">
                                            <p:txEl>
                                              <p:pRg st="3" end="3"/>
                                            </p:txEl>
                                          </p:spTgt>
                                        </p:tgtEl>
                                        <p:attrNameLst>
                                          <p:attrName>style.visibility</p:attrName>
                                        </p:attrNameLst>
                                      </p:cBhvr>
                                      <p:to>
                                        <p:strVal val="visible"/>
                                      </p:to>
                                    </p:set>
                                    <p:anim calcmode="lin" valueType="num">
                                      <p:cBhvr>
                                        <p:cTn id="43" dur="1000" fill="hold"/>
                                        <p:tgtEl>
                                          <p:spTgt spid="17">
                                            <p:txEl>
                                              <p:pRg st="3" end="3"/>
                                            </p:txEl>
                                          </p:spTgt>
                                        </p:tgtEl>
                                        <p:attrNameLst>
                                          <p:attrName>ppt_w</p:attrName>
                                        </p:attrNameLst>
                                      </p:cBhvr>
                                      <p:tavLst>
                                        <p:tav tm="0">
                                          <p:val>
                                            <p:fltVal val="0"/>
                                          </p:val>
                                        </p:tav>
                                        <p:tav tm="100000">
                                          <p:val>
                                            <p:strVal val="#ppt_w"/>
                                          </p:val>
                                        </p:tav>
                                      </p:tavLst>
                                    </p:anim>
                                    <p:anim calcmode="lin" valueType="num">
                                      <p:cBhvr>
                                        <p:cTn id="44" dur="1000" fill="hold"/>
                                        <p:tgtEl>
                                          <p:spTgt spid="17">
                                            <p:txEl>
                                              <p:pRg st="3" end="3"/>
                                            </p:txEl>
                                          </p:spTgt>
                                        </p:tgtEl>
                                        <p:attrNameLst>
                                          <p:attrName>ppt_h</p:attrName>
                                        </p:attrNameLst>
                                      </p:cBhvr>
                                      <p:tavLst>
                                        <p:tav tm="0">
                                          <p:val>
                                            <p:fltVal val="0"/>
                                          </p:val>
                                        </p:tav>
                                        <p:tav tm="100000">
                                          <p:val>
                                            <p:strVal val="#ppt_h"/>
                                          </p:val>
                                        </p:tav>
                                      </p:tavLst>
                                    </p:anim>
                                    <p:anim calcmode="lin" valueType="num">
                                      <p:cBhvr>
                                        <p:cTn id="45" dur="1000" fill="hold"/>
                                        <p:tgtEl>
                                          <p:spTgt spid="17">
                                            <p:txEl>
                                              <p:pRg st="3" end="3"/>
                                            </p:txEl>
                                          </p:spTgt>
                                        </p:tgtEl>
                                        <p:attrNameLst>
                                          <p:attrName>style.rotation</p:attrName>
                                        </p:attrNameLst>
                                      </p:cBhvr>
                                      <p:tavLst>
                                        <p:tav tm="0">
                                          <p:val>
                                            <p:fltVal val="90"/>
                                          </p:val>
                                        </p:tav>
                                        <p:tav tm="100000">
                                          <p:val>
                                            <p:fltVal val="0"/>
                                          </p:val>
                                        </p:tav>
                                      </p:tavLst>
                                    </p:anim>
                                    <p:animEffect transition="in" filter="fade">
                                      <p:cBhvr>
                                        <p:cTn id="46" dur="1000"/>
                                        <p:tgtEl>
                                          <p:spTgt spid="17">
                                            <p:txEl>
                                              <p:pRg st="3" end="3"/>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nodeType="clickEffect">
                                  <p:stCondLst>
                                    <p:cond delay="0"/>
                                  </p:stCondLst>
                                  <p:childTnLst>
                                    <p:set>
                                      <p:cBhvr>
                                        <p:cTn id="50" dur="1" fill="hold">
                                          <p:stCondLst>
                                            <p:cond delay="0"/>
                                          </p:stCondLst>
                                        </p:cTn>
                                        <p:tgtEl>
                                          <p:spTgt spid="17">
                                            <p:txEl>
                                              <p:pRg st="4" end="4"/>
                                            </p:txEl>
                                          </p:spTgt>
                                        </p:tgtEl>
                                        <p:attrNameLst>
                                          <p:attrName>style.visibility</p:attrName>
                                        </p:attrNameLst>
                                      </p:cBhvr>
                                      <p:to>
                                        <p:strVal val="visible"/>
                                      </p:to>
                                    </p:set>
                                    <p:anim calcmode="lin" valueType="num">
                                      <p:cBhvr>
                                        <p:cTn id="51" dur="1000" fill="hold"/>
                                        <p:tgtEl>
                                          <p:spTgt spid="17">
                                            <p:txEl>
                                              <p:pRg st="4" end="4"/>
                                            </p:txEl>
                                          </p:spTgt>
                                        </p:tgtEl>
                                        <p:attrNameLst>
                                          <p:attrName>ppt_w</p:attrName>
                                        </p:attrNameLst>
                                      </p:cBhvr>
                                      <p:tavLst>
                                        <p:tav tm="0">
                                          <p:val>
                                            <p:fltVal val="0"/>
                                          </p:val>
                                        </p:tav>
                                        <p:tav tm="100000">
                                          <p:val>
                                            <p:strVal val="#ppt_w"/>
                                          </p:val>
                                        </p:tav>
                                      </p:tavLst>
                                    </p:anim>
                                    <p:anim calcmode="lin" valueType="num">
                                      <p:cBhvr>
                                        <p:cTn id="52" dur="1000" fill="hold"/>
                                        <p:tgtEl>
                                          <p:spTgt spid="17">
                                            <p:txEl>
                                              <p:pRg st="4" end="4"/>
                                            </p:txEl>
                                          </p:spTgt>
                                        </p:tgtEl>
                                        <p:attrNameLst>
                                          <p:attrName>ppt_h</p:attrName>
                                        </p:attrNameLst>
                                      </p:cBhvr>
                                      <p:tavLst>
                                        <p:tav tm="0">
                                          <p:val>
                                            <p:fltVal val="0"/>
                                          </p:val>
                                        </p:tav>
                                        <p:tav tm="100000">
                                          <p:val>
                                            <p:strVal val="#ppt_h"/>
                                          </p:val>
                                        </p:tav>
                                      </p:tavLst>
                                    </p:anim>
                                    <p:anim calcmode="lin" valueType="num">
                                      <p:cBhvr>
                                        <p:cTn id="53" dur="1000" fill="hold"/>
                                        <p:tgtEl>
                                          <p:spTgt spid="17">
                                            <p:txEl>
                                              <p:pRg st="4" end="4"/>
                                            </p:txEl>
                                          </p:spTgt>
                                        </p:tgtEl>
                                        <p:attrNameLst>
                                          <p:attrName>style.rotation</p:attrName>
                                        </p:attrNameLst>
                                      </p:cBhvr>
                                      <p:tavLst>
                                        <p:tav tm="0">
                                          <p:val>
                                            <p:fltVal val="90"/>
                                          </p:val>
                                        </p:tav>
                                        <p:tav tm="100000">
                                          <p:val>
                                            <p:fltVal val="0"/>
                                          </p:val>
                                        </p:tav>
                                      </p:tavLst>
                                    </p:anim>
                                    <p:animEffect transition="in" filter="fade">
                                      <p:cBhvr>
                                        <p:cTn id="54" dur="1000"/>
                                        <p:tgtEl>
                                          <p:spTgt spid="17">
                                            <p:txEl>
                                              <p:pRg st="4" end="4"/>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4100"/>
                                        </p:tgtEl>
                                        <p:attrNameLst>
                                          <p:attrName>style.visibility</p:attrName>
                                        </p:attrNameLst>
                                      </p:cBhvr>
                                      <p:to>
                                        <p:strVal val="visible"/>
                                      </p:to>
                                    </p:set>
                                    <p:animEffect transition="in" filter="fade">
                                      <p:cBhvr>
                                        <p:cTn id="59" dur="1000"/>
                                        <p:tgtEl>
                                          <p:spTgt spid="4100"/>
                                        </p:tgtEl>
                                      </p:cBhvr>
                                    </p:animEffect>
                                    <p:anim calcmode="lin" valueType="num">
                                      <p:cBhvr>
                                        <p:cTn id="60" dur="1000" fill="hold"/>
                                        <p:tgtEl>
                                          <p:spTgt spid="4100"/>
                                        </p:tgtEl>
                                        <p:attrNameLst>
                                          <p:attrName>ppt_x</p:attrName>
                                        </p:attrNameLst>
                                      </p:cBhvr>
                                      <p:tavLst>
                                        <p:tav tm="0">
                                          <p:val>
                                            <p:strVal val="#ppt_x"/>
                                          </p:val>
                                        </p:tav>
                                        <p:tav tm="100000">
                                          <p:val>
                                            <p:strVal val="#ppt_x"/>
                                          </p:val>
                                        </p:tav>
                                      </p:tavLst>
                                    </p:anim>
                                    <p:anim calcmode="lin" valueType="num">
                                      <p:cBhvr>
                                        <p:cTn id="61" dur="1000" fill="hold"/>
                                        <p:tgtEl>
                                          <p:spTgt spid="410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08992F7-4609-D158-8B13-EC712F115E7C}"/>
              </a:ext>
            </a:extLst>
          </p:cNvPr>
          <p:cNvPicPr>
            <a:picLocks noChangeAspect="1"/>
          </p:cNvPicPr>
          <p:nvPr/>
        </p:nvPicPr>
        <p:blipFill rotWithShape="1">
          <a:blip r:embed="rId2">
            <a:extLst>
              <a:ext uri="{28A0092B-C50C-407E-A947-70E740481C1C}">
                <a14:useLocalDpi xmlns:a14="http://schemas.microsoft.com/office/drawing/2010/main" val="0"/>
              </a:ext>
            </a:extLst>
          </a:blip>
          <a:srcRect l="2523" t="21613" r="2369" b="16451"/>
          <a:stretch/>
        </p:blipFill>
        <p:spPr>
          <a:xfrm>
            <a:off x="9792928" y="29496"/>
            <a:ext cx="2384323" cy="691109"/>
          </a:xfrm>
          <a:prstGeom prst="rect">
            <a:avLst/>
          </a:prstGeom>
        </p:spPr>
      </p:pic>
      <p:sp>
        <p:nvSpPr>
          <p:cNvPr id="7" name="Rectangle 6">
            <a:extLst>
              <a:ext uri="{FF2B5EF4-FFF2-40B4-BE49-F238E27FC236}">
                <a16:creationId xmlns:a16="http://schemas.microsoft.com/office/drawing/2014/main" id="{DEDD476A-49F6-709E-2900-E9AF7945AA34}"/>
              </a:ext>
            </a:extLst>
          </p:cNvPr>
          <p:cNvSpPr/>
          <p:nvPr/>
        </p:nvSpPr>
        <p:spPr>
          <a:xfrm>
            <a:off x="0" y="6379029"/>
            <a:ext cx="12177251" cy="478971"/>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latin typeface="Times New Roman" panose="02020603050405020304" pitchFamily="18" charset="0"/>
                <a:cs typeface="Times New Roman" panose="02020603050405020304" pitchFamily="18" charset="0"/>
              </a:rPr>
              <a:t>Department of CSE                                                                                                                                UI/UX Design</a:t>
            </a:r>
            <a:endParaRPr lang="en-IN" sz="2000" dirty="0">
              <a:latin typeface="Times New Roman" panose="02020603050405020304" pitchFamily="18" charset="0"/>
              <a:cs typeface="Times New Roman" panose="02020603050405020304" pitchFamily="18" charset="0"/>
            </a:endParaRPr>
          </a:p>
        </p:txBody>
      </p:sp>
      <p:pic>
        <p:nvPicPr>
          <p:cNvPr id="5122" name="Picture 2" descr="Reduce Cognitive Load In eLearning ...">
            <a:extLst>
              <a:ext uri="{FF2B5EF4-FFF2-40B4-BE49-F238E27FC236}">
                <a16:creationId xmlns:a16="http://schemas.microsoft.com/office/drawing/2014/main" id="{1D43B54E-EE73-0E48-7B68-FD1664E7B0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4411" y="1699743"/>
            <a:ext cx="5568695" cy="320144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EA86BFE-DD5B-ECAE-B18F-E53C3B8EBAB4}"/>
              </a:ext>
            </a:extLst>
          </p:cNvPr>
          <p:cNvSpPr txBox="1"/>
          <p:nvPr/>
        </p:nvSpPr>
        <p:spPr>
          <a:xfrm>
            <a:off x="284912" y="476305"/>
            <a:ext cx="8131724" cy="1569660"/>
          </a:xfrm>
          <a:prstGeom prst="rect">
            <a:avLst/>
          </a:prstGeom>
          <a:noFill/>
        </p:spPr>
        <p:txBody>
          <a:bodyPr wrap="square" rtlCol="0">
            <a:spAutoFit/>
          </a:bodyPr>
          <a:lstStyle/>
          <a:p>
            <a:r>
              <a:rPr lang="en-US" sz="2400" dirty="0"/>
              <a:t>Techniques to Reduce Cognitive Load</a:t>
            </a:r>
            <a:br>
              <a:rPr lang="en-US" sz="2400" dirty="0"/>
            </a:br>
            <a:br>
              <a:rPr lang="en-US" sz="2400" dirty="0"/>
            </a:br>
            <a:br>
              <a:rPr lang="en-US" sz="2400" dirty="0"/>
            </a:br>
            <a:r>
              <a:rPr lang="en-US" sz="2400" dirty="0"/>
              <a:t> </a:t>
            </a:r>
            <a:endParaRPr lang="en-IN" sz="2400" dirty="0"/>
          </a:p>
        </p:txBody>
      </p:sp>
      <p:sp>
        <p:nvSpPr>
          <p:cNvPr id="10" name="TextBox 9">
            <a:extLst>
              <a:ext uri="{FF2B5EF4-FFF2-40B4-BE49-F238E27FC236}">
                <a16:creationId xmlns:a16="http://schemas.microsoft.com/office/drawing/2014/main" id="{9A1498E9-94DF-6610-3A8F-3AD972B81E86}"/>
              </a:ext>
            </a:extLst>
          </p:cNvPr>
          <p:cNvSpPr txBox="1"/>
          <p:nvPr/>
        </p:nvSpPr>
        <p:spPr>
          <a:xfrm>
            <a:off x="623455" y="1246909"/>
            <a:ext cx="3751118" cy="923330"/>
          </a:xfrm>
          <a:prstGeom prst="rect">
            <a:avLst/>
          </a:prstGeom>
          <a:noFill/>
        </p:spPr>
        <p:txBody>
          <a:bodyPr wrap="square" rtlCol="0">
            <a:spAutoFit/>
          </a:bodyPr>
          <a:lstStyle/>
          <a:p>
            <a:r>
              <a:rPr lang="en-US" dirty="0"/>
              <a:t>Use simple language Break content into small parts.</a:t>
            </a:r>
            <a:br>
              <a:rPr lang="en-US" dirty="0"/>
            </a:br>
            <a:endParaRPr lang="en-IN" dirty="0"/>
          </a:p>
        </p:txBody>
      </p:sp>
      <p:sp>
        <p:nvSpPr>
          <p:cNvPr id="11" name="TextBox 10">
            <a:extLst>
              <a:ext uri="{FF2B5EF4-FFF2-40B4-BE49-F238E27FC236}">
                <a16:creationId xmlns:a16="http://schemas.microsoft.com/office/drawing/2014/main" id="{F5A17F33-27B2-12CB-1461-7789E848565B}"/>
              </a:ext>
            </a:extLst>
          </p:cNvPr>
          <p:cNvSpPr txBox="1"/>
          <p:nvPr/>
        </p:nvSpPr>
        <p:spPr>
          <a:xfrm>
            <a:off x="623455" y="2107663"/>
            <a:ext cx="3190009" cy="369332"/>
          </a:xfrm>
          <a:prstGeom prst="rect">
            <a:avLst/>
          </a:prstGeom>
          <a:noFill/>
        </p:spPr>
        <p:txBody>
          <a:bodyPr wrap="square" rtlCol="0">
            <a:spAutoFit/>
          </a:bodyPr>
          <a:lstStyle/>
          <a:p>
            <a:r>
              <a:rPr lang="en-US" dirty="0"/>
              <a:t>Use bullet points.</a:t>
            </a:r>
            <a:endParaRPr lang="en-IN" dirty="0"/>
          </a:p>
        </p:txBody>
      </p:sp>
      <p:sp>
        <p:nvSpPr>
          <p:cNvPr id="12" name="TextBox 11">
            <a:extLst>
              <a:ext uri="{FF2B5EF4-FFF2-40B4-BE49-F238E27FC236}">
                <a16:creationId xmlns:a16="http://schemas.microsoft.com/office/drawing/2014/main" id="{9D2F57B3-2AF8-B124-0548-65D8C3ABFE18}"/>
              </a:ext>
            </a:extLst>
          </p:cNvPr>
          <p:cNvSpPr txBox="1"/>
          <p:nvPr/>
        </p:nvSpPr>
        <p:spPr>
          <a:xfrm flipH="1">
            <a:off x="623455" y="2679561"/>
            <a:ext cx="2753591" cy="646331"/>
          </a:xfrm>
          <a:prstGeom prst="rect">
            <a:avLst/>
          </a:prstGeom>
          <a:noFill/>
        </p:spPr>
        <p:txBody>
          <a:bodyPr wrap="square" rtlCol="0">
            <a:spAutoFit/>
          </a:bodyPr>
          <a:lstStyle/>
          <a:p>
            <a:r>
              <a:rPr lang="en-US" dirty="0"/>
              <a:t>Use diagrams and icon.</a:t>
            </a:r>
            <a:br>
              <a:rPr lang="en-US" dirty="0"/>
            </a:br>
            <a:endParaRPr lang="en-IN" dirty="0"/>
          </a:p>
        </p:txBody>
      </p:sp>
      <p:sp>
        <p:nvSpPr>
          <p:cNvPr id="13" name="TextBox 12">
            <a:extLst>
              <a:ext uri="{FF2B5EF4-FFF2-40B4-BE49-F238E27FC236}">
                <a16:creationId xmlns:a16="http://schemas.microsoft.com/office/drawing/2014/main" id="{F54A978B-4CC6-B1C8-C757-35ACB0F3C2FA}"/>
              </a:ext>
            </a:extLst>
          </p:cNvPr>
          <p:cNvSpPr txBox="1"/>
          <p:nvPr/>
        </p:nvSpPr>
        <p:spPr>
          <a:xfrm>
            <a:off x="500341" y="3308509"/>
            <a:ext cx="3086101" cy="369332"/>
          </a:xfrm>
          <a:prstGeom prst="rect">
            <a:avLst/>
          </a:prstGeom>
          <a:noFill/>
        </p:spPr>
        <p:txBody>
          <a:bodyPr wrap="square" rtlCol="0">
            <a:spAutoFit/>
          </a:bodyPr>
          <a:lstStyle/>
          <a:p>
            <a:r>
              <a:rPr lang="en-US" dirty="0"/>
              <a:t>Avoid unnecessary details</a:t>
            </a:r>
            <a:endParaRPr lang="en-IN" dirty="0"/>
          </a:p>
        </p:txBody>
      </p:sp>
      <p:sp>
        <p:nvSpPr>
          <p:cNvPr id="14" name="TextBox 13">
            <a:extLst>
              <a:ext uri="{FF2B5EF4-FFF2-40B4-BE49-F238E27FC236}">
                <a16:creationId xmlns:a16="http://schemas.microsoft.com/office/drawing/2014/main" id="{691EA3D7-26D5-FD08-A229-0FE60DDBC10D}"/>
              </a:ext>
            </a:extLst>
          </p:cNvPr>
          <p:cNvSpPr txBox="1"/>
          <p:nvPr/>
        </p:nvSpPr>
        <p:spPr>
          <a:xfrm>
            <a:off x="484634" y="4366528"/>
            <a:ext cx="3866140" cy="369332"/>
          </a:xfrm>
          <a:prstGeom prst="rect">
            <a:avLst/>
          </a:prstGeom>
          <a:noFill/>
        </p:spPr>
        <p:txBody>
          <a:bodyPr wrap="square" rtlCol="0">
            <a:spAutoFit/>
          </a:bodyPr>
          <a:lstStyle/>
          <a:p>
            <a:r>
              <a:rPr lang="en-US" dirty="0"/>
              <a:t>Present one idea at a time.</a:t>
            </a:r>
          </a:p>
        </p:txBody>
      </p:sp>
      <p:sp>
        <p:nvSpPr>
          <p:cNvPr id="15" name="TextBox 14">
            <a:extLst>
              <a:ext uri="{FF2B5EF4-FFF2-40B4-BE49-F238E27FC236}">
                <a16:creationId xmlns:a16="http://schemas.microsoft.com/office/drawing/2014/main" id="{6A4681A7-0BB5-58BA-BFE8-B62309677B1A}"/>
              </a:ext>
            </a:extLst>
          </p:cNvPr>
          <p:cNvSpPr txBox="1"/>
          <p:nvPr/>
        </p:nvSpPr>
        <p:spPr>
          <a:xfrm>
            <a:off x="436188" y="4811782"/>
            <a:ext cx="3938385" cy="646331"/>
          </a:xfrm>
          <a:prstGeom prst="rect">
            <a:avLst/>
          </a:prstGeom>
          <a:noFill/>
        </p:spPr>
        <p:txBody>
          <a:bodyPr wrap="square" rtlCol="0">
            <a:spAutoFit/>
          </a:bodyPr>
          <a:lstStyle/>
          <a:p>
            <a:r>
              <a:rPr lang="en-US" dirty="0"/>
              <a:t>Use headings and subheadings.</a:t>
            </a:r>
            <a:br>
              <a:rPr lang="en-US" dirty="0"/>
            </a:br>
            <a:endParaRPr lang="en-IN" dirty="0"/>
          </a:p>
        </p:txBody>
      </p:sp>
      <p:sp>
        <p:nvSpPr>
          <p:cNvPr id="18" name="TextBox 17">
            <a:extLst>
              <a:ext uri="{FF2B5EF4-FFF2-40B4-BE49-F238E27FC236}">
                <a16:creationId xmlns:a16="http://schemas.microsoft.com/office/drawing/2014/main" id="{88635254-AAE9-E5C5-8A5E-875A561BFB38}"/>
              </a:ext>
            </a:extLst>
          </p:cNvPr>
          <p:cNvSpPr txBox="1"/>
          <p:nvPr/>
        </p:nvSpPr>
        <p:spPr>
          <a:xfrm>
            <a:off x="492823" y="3843165"/>
            <a:ext cx="4137906" cy="369332"/>
          </a:xfrm>
          <a:prstGeom prst="rect">
            <a:avLst/>
          </a:prstGeom>
          <a:noFill/>
        </p:spPr>
        <p:txBody>
          <a:bodyPr wrap="square" rtlCol="0">
            <a:spAutoFit/>
          </a:bodyPr>
          <a:lstStyle/>
          <a:p>
            <a:r>
              <a:rPr lang="en-US" dirty="0"/>
              <a:t>Use bullet points instead of paragraphs</a:t>
            </a:r>
            <a:endParaRPr lang="en-IN" dirty="0"/>
          </a:p>
        </p:txBody>
      </p:sp>
    </p:spTree>
    <p:extLst>
      <p:ext uri="{BB962C8B-B14F-4D97-AF65-F5344CB8AC3E}">
        <p14:creationId xmlns:p14="http://schemas.microsoft.com/office/powerpoint/2010/main" val="3912231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5122"/>
                                        </p:tgtEl>
                                        <p:attrNameLst>
                                          <p:attrName>style.visibility</p:attrName>
                                        </p:attrNameLst>
                                      </p:cBhvr>
                                      <p:to>
                                        <p:strVal val="visible"/>
                                      </p:to>
                                    </p:set>
                                    <p:animEffect transition="in" filter="wipe(down)">
                                      <p:cBhvr>
                                        <p:cTn id="14" dur="580">
                                          <p:stCondLst>
                                            <p:cond delay="0"/>
                                          </p:stCondLst>
                                        </p:cTn>
                                        <p:tgtEl>
                                          <p:spTgt spid="5122"/>
                                        </p:tgtEl>
                                      </p:cBhvr>
                                    </p:animEffect>
                                    <p:anim calcmode="lin" valueType="num">
                                      <p:cBhvr>
                                        <p:cTn id="15" dur="1822" tmFilter="0,0; 0.14,0.36; 0.43,0.73; 0.71,0.91; 1.0,1.0">
                                          <p:stCondLst>
                                            <p:cond delay="0"/>
                                          </p:stCondLst>
                                        </p:cTn>
                                        <p:tgtEl>
                                          <p:spTgt spid="5122"/>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5122"/>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5122"/>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5122"/>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5122"/>
                                        </p:tgtEl>
                                        <p:attrNameLst>
                                          <p:attrName>ppt_y</p:attrName>
                                        </p:attrNameLst>
                                      </p:cBhvr>
                                      <p:tavLst>
                                        <p:tav tm="0" fmla="#ppt_y-sin(pi*$)/81">
                                          <p:val>
                                            <p:fltVal val="0"/>
                                          </p:val>
                                        </p:tav>
                                        <p:tav tm="100000">
                                          <p:val>
                                            <p:fltVal val="1"/>
                                          </p:val>
                                        </p:tav>
                                      </p:tavLst>
                                    </p:anim>
                                    <p:animScale>
                                      <p:cBhvr>
                                        <p:cTn id="20" dur="26">
                                          <p:stCondLst>
                                            <p:cond delay="650"/>
                                          </p:stCondLst>
                                        </p:cTn>
                                        <p:tgtEl>
                                          <p:spTgt spid="5122"/>
                                        </p:tgtEl>
                                      </p:cBhvr>
                                      <p:to x="100000" y="60000"/>
                                    </p:animScale>
                                    <p:animScale>
                                      <p:cBhvr>
                                        <p:cTn id="21" dur="166" decel="50000">
                                          <p:stCondLst>
                                            <p:cond delay="676"/>
                                          </p:stCondLst>
                                        </p:cTn>
                                        <p:tgtEl>
                                          <p:spTgt spid="5122"/>
                                        </p:tgtEl>
                                      </p:cBhvr>
                                      <p:to x="100000" y="100000"/>
                                    </p:animScale>
                                    <p:animScale>
                                      <p:cBhvr>
                                        <p:cTn id="22" dur="26">
                                          <p:stCondLst>
                                            <p:cond delay="1312"/>
                                          </p:stCondLst>
                                        </p:cTn>
                                        <p:tgtEl>
                                          <p:spTgt spid="5122"/>
                                        </p:tgtEl>
                                      </p:cBhvr>
                                      <p:to x="100000" y="80000"/>
                                    </p:animScale>
                                    <p:animScale>
                                      <p:cBhvr>
                                        <p:cTn id="23" dur="166" decel="50000">
                                          <p:stCondLst>
                                            <p:cond delay="1338"/>
                                          </p:stCondLst>
                                        </p:cTn>
                                        <p:tgtEl>
                                          <p:spTgt spid="5122"/>
                                        </p:tgtEl>
                                      </p:cBhvr>
                                      <p:to x="100000" y="100000"/>
                                    </p:animScale>
                                    <p:animScale>
                                      <p:cBhvr>
                                        <p:cTn id="24" dur="26">
                                          <p:stCondLst>
                                            <p:cond delay="1642"/>
                                          </p:stCondLst>
                                        </p:cTn>
                                        <p:tgtEl>
                                          <p:spTgt spid="5122"/>
                                        </p:tgtEl>
                                      </p:cBhvr>
                                      <p:to x="100000" y="90000"/>
                                    </p:animScale>
                                    <p:animScale>
                                      <p:cBhvr>
                                        <p:cTn id="25" dur="166" decel="50000">
                                          <p:stCondLst>
                                            <p:cond delay="1668"/>
                                          </p:stCondLst>
                                        </p:cTn>
                                        <p:tgtEl>
                                          <p:spTgt spid="5122"/>
                                        </p:tgtEl>
                                      </p:cBhvr>
                                      <p:to x="100000" y="100000"/>
                                    </p:animScale>
                                    <p:animScale>
                                      <p:cBhvr>
                                        <p:cTn id="26" dur="26">
                                          <p:stCondLst>
                                            <p:cond delay="1808"/>
                                          </p:stCondLst>
                                        </p:cTn>
                                        <p:tgtEl>
                                          <p:spTgt spid="5122"/>
                                        </p:tgtEl>
                                      </p:cBhvr>
                                      <p:to x="100000" y="95000"/>
                                    </p:animScale>
                                    <p:animScale>
                                      <p:cBhvr>
                                        <p:cTn id="27" dur="166" decel="50000">
                                          <p:stCondLst>
                                            <p:cond delay="1834"/>
                                          </p:stCondLst>
                                        </p:cTn>
                                        <p:tgtEl>
                                          <p:spTgt spid="5122"/>
                                        </p:tgtEl>
                                      </p:cBhvr>
                                      <p:to x="100000" y="100000"/>
                                    </p:animScale>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0">
                                            <p:txEl>
                                              <p:pRg st="0" end="0"/>
                                            </p:txEl>
                                          </p:spTgt>
                                        </p:tgtEl>
                                        <p:attrNameLst>
                                          <p:attrName>style.visibility</p:attrName>
                                        </p:attrNameLst>
                                      </p:cBhvr>
                                      <p:to>
                                        <p:strVal val="visible"/>
                                      </p:to>
                                    </p:set>
                                    <p:animEffect transition="in" filter="barn(inVertical)">
                                      <p:cBhvr>
                                        <p:cTn id="32" dur="500"/>
                                        <p:tgtEl>
                                          <p:spTgt spid="10">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11">
                                            <p:txEl>
                                              <p:pRg st="0" end="0"/>
                                            </p:txEl>
                                          </p:spTgt>
                                        </p:tgtEl>
                                        <p:attrNameLst>
                                          <p:attrName>style.visibility</p:attrName>
                                        </p:attrNameLst>
                                      </p:cBhvr>
                                      <p:to>
                                        <p:strVal val="visible"/>
                                      </p:to>
                                    </p:set>
                                    <p:animEffect transition="in" filter="fade">
                                      <p:cBhvr>
                                        <p:cTn id="37" dur="1000"/>
                                        <p:tgtEl>
                                          <p:spTgt spid="11">
                                            <p:txEl>
                                              <p:pRg st="0" end="0"/>
                                            </p:txEl>
                                          </p:spTgt>
                                        </p:tgtEl>
                                      </p:cBhvr>
                                    </p:animEffect>
                                    <p:anim calcmode="lin" valueType="num">
                                      <p:cBhvr>
                                        <p:cTn id="38"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39"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12">
                                            <p:txEl>
                                              <p:pRg st="0" end="0"/>
                                            </p:txEl>
                                          </p:spTgt>
                                        </p:tgtEl>
                                        <p:attrNameLst>
                                          <p:attrName>style.visibility</p:attrName>
                                        </p:attrNameLst>
                                      </p:cBhvr>
                                      <p:to>
                                        <p:strVal val="visible"/>
                                      </p:to>
                                    </p:set>
                                    <p:animEffect transition="in" filter="wipe(down)">
                                      <p:cBhvr>
                                        <p:cTn id="44" dur="500"/>
                                        <p:tgtEl>
                                          <p:spTgt spid="12">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1" presetClass="entr" presetSubtype="1" fill="hold" nodeType="clickEffect">
                                  <p:stCondLst>
                                    <p:cond delay="0"/>
                                  </p:stCondLst>
                                  <p:childTnLst>
                                    <p:set>
                                      <p:cBhvr>
                                        <p:cTn id="48" dur="1" fill="hold">
                                          <p:stCondLst>
                                            <p:cond delay="0"/>
                                          </p:stCondLst>
                                        </p:cTn>
                                        <p:tgtEl>
                                          <p:spTgt spid="13">
                                            <p:txEl>
                                              <p:pRg st="0" end="0"/>
                                            </p:txEl>
                                          </p:spTgt>
                                        </p:tgtEl>
                                        <p:attrNameLst>
                                          <p:attrName>style.visibility</p:attrName>
                                        </p:attrNameLst>
                                      </p:cBhvr>
                                      <p:to>
                                        <p:strVal val="visible"/>
                                      </p:to>
                                    </p:set>
                                    <p:animEffect transition="in" filter="wheel(1)">
                                      <p:cBhvr>
                                        <p:cTn id="49" dur="2000"/>
                                        <p:tgtEl>
                                          <p:spTgt spid="13">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8">
                                            <p:txEl>
                                              <p:pRg st="0" end="0"/>
                                            </p:txEl>
                                          </p:spTgt>
                                        </p:tgtEl>
                                        <p:attrNameLst>
                                          <p:attrName>style.visibility</p:attrName>
                                        </p:attrNameLst>
                                      </p:cBhvr>
                                      <p:to>
                                        <p:strVal val="visible"/>
                                      </p:to>
                                    </p:set>
                                    <p:animEffect transition="in" filter="fade">
                                      <p:cBhvr>
                                        <p:cTn id="54" dur="500"/>
                                        <p:tgtEl>
                                          <p:spTgt spid="18">
                                            <p:txEl>
                                              <p:pRg st="0" end="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6" presetClass="entr" presetSubtype="16" fill="hold" nodeType="clickEffect">
                                  <p:stCondLst>
                                    <p:cond delay="0"/>
                                  </p:stCondLst>
                                  <p:childTnLst>
                                    <p:set>
                                      <p:cBhvr>
                                        <p:cTn id="62" dur="1" fill="hold">
                                          <p:stCondLst>
                                            <p:cond delay="0"/>
                                          </p:stCondLst>
                                        </p:cTn>
                                        <p:tgtEl>
                                          <p:spTgt spid="15">
                                            <p:txEl>
                                              <p:pRg st="0" end="0"/>
                                            </p:txEl>
                                          </p:spTgt>
                                        </p:tgtEl>
                                        <p:attrNameLst>
                                          <p:attrName>style.visibility</p:attrName>
                                        </p:attrNameLst>
                                      </p:cBhvr>
                                      <p:to>
                                        <p:strVal val="visible"/>
                                      </p:to>
                                    </p:set>
                                    <p:animEffect transition="in" filter="circle(in)">
                                      <p:cBhvr>
                                        <p:cTn id="63" dur="20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331B191-2957-CCD6-3017-8F5E978F3B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8976" y="307910"/>
            <a:ext cx="11687963" cy="6550090"/>
          </a:xfrm>
          <a:prstGeom prst="rect">
            <a:avLst/>
          </a:prstGeom>
        </p:spPr>
      </p:pic>
    </p:spTree>
    <p:extLst>
      <p:ext uri="{BB962C8B-B14F-4D97-AF65-F5344CB8AC3E}">
        <p14:creationId xmlns:p14="http://schemas.microsoft.com/office/powerpoint/2010/main" val="3921016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13CFF75-AFC9-9EE4-1DD9-36B374327596}"/>
              </a:ext>
            </a:extLst>
          </p:cNvPr>
          <p:cNvSpPr txBox="1"/>
          <p:nvPr/>
        </p:nvSpPr>
        <p:spPr>
          <a:xfrm>
            <a:off x="859536" y="482846"/>
            <a:ext cx="9774936" cy="4247317"/>
          </a:xfrm>
          <a:prstGeom prst="rect">
            <a:avLst/>
          </a:prstGeom>
          <a:noFill/>
        </p:spPr>
        <p:txBody>
          <a:bodyPr wrap="square">
            <a:spAutoFit/>
          </a:bodyPr>
          <a:lstStyle/>
          <a:p>
            <a:r>
              <a:rPr lang="en-IN" sz="4000" dirty="0"/>
              <a:t>Benefits of Reducing Cognitive Load:</a:t>
            </a:r>
          </a:p>
          <a:p>
            <a:r>
              <a:rPr lang="en-US" dirty="0"/>
              <a:t>Increases memory retention</a:t>
            </a:r>
          </a:p>
          <a:p>
            <a:r>
              <a:rPr lang="en-US" dirty="0"/>
              <a:t>Saves learning time</a:t>
            </a:r>
          </a:p>
          <a:p>
            <a:r>
              <a:rPr lang="en-US" dirty="0"/>
              <a:t>Reduces stress and confusion</a:t>
            </a:r>
          </a:p>
          <a:p>
            <a:r>
              <a:rPr lang="en-US" dirty="0"/>
              <a:t>Improves focus and attention</a:t>
            </a:r>
          </a:p>
          <a:p>
            <a:r>
              <a:rPr lang="en-US" dirty="0"/>
              <a:t>Makes learning interesting and effective</a:t>
            </a:r>
          </a:p>
          <a:p>
            <a:endParaRPr lang="en-US" dirty="0"/>
          </a:p>
          <a:p>
            <a:endParaRPr lang="en-US" dirty="0"/>
          </a:p>
          <a:p>
            <a:endParaRPr lang="en-US" dirty="0"/>
          </a:p>
          <a:p>
            <a:r>
              <a:rPr lang="en-IN" sz="3200" dirty="0"/>
              <a:t>Conclusion:</a:t>
            </a:r>
          </a:p>
          <a:p>
            <a:r>
              <a:rPr lang="en-US" dirty="0"/>
              <a:t>Cognitive overload reduces learning ability.By organizing and simplifying information, we can reduce cognitive load and improve understanding</a:t>
            </a:r>
            <a:endParaRPr lang="en-IN" dirty="0"/>
          </a:p>
          <a:p>
            <a:endParaRPr lang="en-IN" dirty="0"/>
          </a:p>
        </p:txBody>
      </p:sp>
      <p:sp>
        <p:nvSpPr>
          <p:cNvPr id="12" name="AutoShape 6" descr="Benefits background Stock Photos, Royalty Free Benefits background Images |  DepositPhotos">
            <a:extLst>
              <a:ext uri="{FF2B5EF4-FFF2-40B4-BE49-F238E27FC236}">
                <a16:creationId xmlns:a16="http://schemas.microsoft.com/office/drawing/2014/main" id="{A656DD8A-AD8F-0F02-A693-8AB9428A931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4" name="Picture 13">
            <a:extLst>
              <a:ext uri="{FF2B5EF4-FFF2-40B4-BE49-F238E27FC236}">
                <a16:creationId xmlns:a16="http://schemas.microsoft.com/office/drawing/2014/main" id="{08CA3665-1673-033C-CA23-B6C93D6AD6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3790" y="1288563"/>
            <a:ext cx="4155292" cy="2140437"/>
          </a:xfrm>
          <a:prstGeom prst="rect">
            <a:avLst/>
          </a:prstGeom>
        </p:spPr>
      </p:pic>
    </p:spTree>
    <p:extLst>
      <p:ext uri="{BB962C8B-B14F-4D97-AF65-F5344CB8AC3E}">
        <p14:creationId xmlns:p14="http://schemas.microsoft.com/office/powerpoint/2010/main" val="2729783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1000"/>
                                        <p:tgtEl>
                                          <p:spTgt spid="8">
                                            <p:txEl>
                                              <p:pRg st="1" end="1"/>
                                            </p:txEl>
                                          </p:spTgt>
                                        </p:tgtEl>
                                      </p:cBhvr>
                                    </p:animEffect>
                                    <p:anim calcmode="lin" valueType="num">
                                      <p:cBhvr>
                                        <p:cTn id="14"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8">
                                            <p:txEl>
                                              <p:pRg st="2" end="2"/>
                                            </p:txEl>
                                          </p:spTgt>
                                        </p:tgtEl>
                                        <p:attrNameLst>
                                          <p:attrName>style.visibility</p:attrName>
                                        </p:attrNameLst>
                                      </p:cBhvr>
                                      <p:to>
                                        <p:strVal val="visible"/>
                                      </p:to>
                                    </p:set>
                                    <p:animEffect transition="in" filter="fade">
                                      <p:cBhvr>
                                        <p:cTn id="20" dur="1000"/>
                                        <p:tgtEl>
                                          <p:spTgt spid="8">
                                            <p:txEl>
                                              <p:pRg st="2" end="2"/>
                                            </p:txEl>
                                          </p:spTgt>
                                        </p:tgtEl>
                                      </p:cBhvr>
                                    </p:animEffect>
                                    <p:anim calcmode="lin" valueType="num">
                                      <p:cBhvr>
                                        <p:cTn id="21"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animEffect transition="in" filter="fade">
                                      <p:cBhvr>
                                        <p:cTn id="27" dur="1000"/>
                                        <p:tgtEl>
                                          <p:spTgt spid="8">
                                            <p:txEl>
                                              <p:pRg st="3" end="3"/>
                                            </p:txEl>
                                          </p:spTgt>
                                        </p:tgtEl>
                                      </p:cBhvr>
                                    </p:animEffect>
                                    <p:anim calcmode="lin" valueType="num">
                                      <p:cBhvr>
                                        <p:cTn id="2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8">
                                            <p:txEl>
                                              <p:pRg st="4" end="4"/>
                                            </p:txEl>
                                          </p:spTgt>
                                        </p:tgtEl>
                                        <p:attrNameLst>
                                          <p:attrName>style.visibility</p:attrName>
                                        </p:attrNameLst>
                                      </p:cBhvr>
                                      <p:to>
                                        <p:strVal val="visible"/>
                                      </p:to>
                                    </p:set>
                                    <p:animEffect transition="in" filter="fade">
                                      <p:cBhvr>
                                        <p:cTn id="34" dur="1000"/>
                                        <p:tgtEl>
                                          <p:spTgt spid="8">
                                            <p:txEl>
                                              <p:pRg st="4" end="4"/>
                                            </p:txEl>
                                          </p:spTgt>
                                        </p:tgtEl>
                                      </p:cBhvr>
                                    </p:animEffect>
                                    <p:anim calcmode="lin" valueType="num">
                                      <p:cBhvr>
                                        <p:cTn id="35"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8">
                                            <p:txEl>
                                              <p:pRg st="5" end="5"/>
                                            </p:txEl>
                                          </p:spTgt>
                                        </p:tgtEl>
                                        <p:attrNameLst>
                                          <p:attrName>style.visibility</p:attrName>
                                        </p:attrNameLst>
                                      </p:cBhvr>
                                      <p:to>
                                        <p:strVal val="visible"/>
                                      </p:to>
                                    </p:set>
                                    <p:animEffect transition="in" filter="fade">
                                      <p:cBhvr>
                                        <p:cTn id="41" dur="1000"/>
                                        <p:tgtEl>
                                          <p:spTgt spid="8">
                                            <p:txEl>
                                              <p:pRg st="5" end="5"/>
                                            </p:txEl>
                                          </p:spTgt>
                                        </p:tgtEl>
                                      </p:cBhvr>
                                    </p:animEffect>
                                    <p:anim calcmode="lin" valueType="num">
                                      <p:cBhvr>
                                        <p:cTn id="42"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43"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8">
                                            <p:txEl>
                                              <p:pRg st="9" end="9"/>
                                            </p:txEl>
                                          </p:spTgt>
                                        </p:tgtEl>
                                        <p:attrNameLst>
                                          <p:attrName>style.visibility</p:attrName>
                                        </p:attrNameLst>
                                      </p:cBhvr>
                                      <p:to>
                                        <p:strVal val="visible"/>
                                      </p:to>
                                    </p:set>
                                    <p:animEffect transition="in" filter="fade">
                                      <p:cBhvr>
                                        <p:cTn id="48" dur="1000"/>
                                        <p:tgtEl>
                                          <p:spTgt spid="8">
                                            <p:txEl>
                                              <p:pRg st="9" end="9"/>
                                            </p:txEl>
                                          </p:spTgt>
                                        </p:tgtEl>
                                      </p:cBhvr>
                                    </p:animEffect>
                                    <p:anim calcmode="lin" valueType="num">
                                      <p:cBhvr>
                                        <p:cTn id="49"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50" dur="1000" fill="hold"/>
                                        <p:tgtEl>
                                          <p:spTgt spid="8">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8">
                                            <p:txEl>
                                              <p:pRg st="10" end="10"/>
                                            </p:txEl>
                                          </p:spTgt>
                                        </p:tgtEl>
                                        <p:attrNameLst>
                                          <p:attrName>style.visibility</p:attrName>
                                        </p:attrNameLst>
                                      </p:cBhvr>
                                      <p:to>
                                        <p:strVal val="visible"/>
                                      </p:to>
                                    </p:set>
                                    <p:animEffect transition="in" filter="wipe(down)">
                                      <p:cBhvr>
                                        <p:cTn id="55" dur="500"/>
                                        <p:tgtEl>
                                          <p:spTgt spid="8">
                                            <p:txEl>
                                              <p:pRg st="10" end="1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6" presetClass="entr" presetSubtype="16" fill="hold" nodeType="click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circle(in)">
                                      <p:cBhvr>
                                        <p:cTn id="60"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1552DA8-3DF2-58B5-5645-CE727787D06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4088" y="468357"/>
            <a:ext cx="10826496" cy="5475243"/>
          </a:xfrm>
        </p:spPr>
      </p:pic>
    </p:spTree>
    <p:extLst>
      <p:ext uri="{BB962C8B-B14F-4D97-AF65-F5344CB8AC3E}">
        <p14:creationId xmlns:p14="http://schemas.microsoft.com/office/powerpoint/2010/main" val="999378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xit" presetSubtype="0" fill="hold" nodeType="clickEffect">
                                  <p:stCondLst>
                                    <p:cond delay="0"/>
                                  </p:stCondLst>
                                  <p:childTnLst>
                                    <p:anim calcmode="lin" valueType="num">
                                      <p:cBhvr>
                                        <p:cTn id="6" dur="1000"/>
                                        <p:tgtEl>
                                          <p:spTgt spid="5"/>
                                        </p:tgtEl>
                                        <p:attrNameLst>
                                          <p:attrName>ppt_w</p:attrName>
                                        </p:attrNameLst>
                                      </p:cBhvr>
                                      <p:tavLst>
                                        <p:tav tm="0">
                                          <p:val>
                                            <p:strVal val="ppt_w"/>
                                          </p:val>
                                        </p:tav>
                                        <p:tav tm="100000">
                                          <p:val>
                                            <p:fltVal val="0"/>
                                          </p:val>
                                        </p:tav>
                                      </p:tavLst>
                                    </p:anim>
                                    <p:anim calcmode="lin" valueType="num">
                                      <p:cBhvr>
                                        <p:cTn id="7" dur="1000"/>
                                        <p:tgtEl>
                                          <p:spTgt spid="5"/>
                                        </p:tgtEl>
                                        <p:attrNameLst>
                                          <p:attrName>ppt_h</p:attrName>
                                        </p:attrNameLst>
                                      </p:cBhvr>
                                      <p:tavLst>
                                        <p:tav tm="0">
                                          <p:val>
                                            <p:strVal val="ppt_h"/>
                                          </p:val>
                                        </p:tav>
                                        <p:tav tm="100000">
                                          <p:val>
                                            <p:fltVal val="0"/>
                                          </p:val>
                                        </p:tav>
                                      </p:tavLst>
                                    </p:anim>
                                    <p:anim calcmode="lin" valueType="num">
                                      <p:cBhvr>
                                        <p:cTn id="8" dur="1000"/>
                                        <p:tgtEl>
                                          <p:spTgt spid="5"/>
                                        </p:tgtEl>
                                        <p:attrNameLst>
                                          <p:attrName>style.rotation</p:attrName>
                                        </p:attrNameLst>
                                      </p:cBhvr>
                                      <p:tavLst>
                                        <p:tav tm="0">
                                          <p:val>
                                            <p:fltVal val="0"/>
                                          </p:val>
                                        </p:tav>
                                        <p:tav tm="100000">
                                          <p:val>
                                            <p:fltVal val="90"/>
                                          </p:val>
                                        </p:tav>
                                      </p:tavLst>
                                    </p:anim>
                                    <p:animEffect transition="out" filter="fade">
                                      <p:cBhvr>
                                        <p:cTn id="9" dur="1000"/>
                                        <p:tgtEl>
                                          <p:spTgt spid="5"/>
                                        </p:tgtEl>
                                      </p:cBhvr>
                                    </p:animEffect>
                                    <p:set>
                                      <p:cBhvr>
                                        <p:cTn id="10" dur="1" fill="hold">
                                          <p:stCondLst>
                                            <p:cond delay="9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646</TotalTime>
  <Words>286</Words>
  <Application>Microsoft Office PowerPoint</Application>
  <PresentationFormat>Widescreen</PresentationFormat>
  <Paragraphs>57</Paragraphs>
  <Slides>9</Slides>
  <Notes>1</Notes>
  <HiddenSlides>0</HiddenSlides>
  <MMClips>3</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Algerian</vt:lpstr>
      <vt:lpstr>Arial</vt:lpstr>
      <vt:lpstr>Calibri</vt:lpstr>
      <vt:lpstr>Calibri Light</vt:lpstr>
      <vt:lpstr>Sitka Heading Semibold</vt:lpstr>
      <vt:lpstr>Sitka Subheading Semibold</vt:lpstr>
      <vt:lpstr>Times New Roman</vt:lpstr>
      <vt:lpstr>Office Theme</vt:lpstr>
      <vt:lpstr>PowerPoint Presentation</vt:lpstr>
      <vt:lpstr>PowerPoint Presentation</vt:lpstr>
      <vt:lpstr>Effects of Cognitive Overload</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Jyothika Bhimavarapu</dc:creator>
  <cp:lastModifiedBy>bandarupalli navya sri</cp:lastModifiedBy>
  <cp:revision>6</cp:revision>
  <dcterms:created xsi:type="dcterms:W3CDTF">2026-01-08T13:46:20Z</dcterms:created>
  <dcterms:modified xsi:type="dcterms:W3CDTF">2026-02-19T04:19:53Z</dcterms:modified>
</cp:coreProperties>
</file>